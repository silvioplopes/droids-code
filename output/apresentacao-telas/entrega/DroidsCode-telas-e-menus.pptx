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04bfd66a34244" /><Relationship Type="http://schemas.openxmlformats.org/officeDocument/2006/relationships/extended-properties" Target="/docProps/app.xml" Id="Rea0b6f4cbbfd43cc" /><Relationship Type="http://schemas.openxmlformats.org/officeDocument/2006/relationships/officeDocument" Target="/ppt/presentation.xml" Id="R79baf654943f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e39809a4094c9d"/>
  </p:sldMasterIdLst>
  <p:notesMasterIdLst>
    <p:notesMasterId xmlns:r="http://schemas.openxmlformats.org/officeDocument/2006/relationships" r:id="R37c9dbddacf642f6"/>
  </p:notesMasterIdLst>
  <p:sldIdLst>
    <p:sldId xmlns:r="http://schemas.openxmlformats.org/officeDocument/2006/relationships" id="256" r:id="Rc3823e16dbcf49bc"/>
    <p:sldId xmlns:r="http://schemas.openxmlformats.org/officeDocument/2006/relationships" id="257" r:id="Rfee35c6599144996"/>
    <p:sldId xmlns:r="http://schemas.openxmlformats.org/officeDocument/2006/relationships" id="258" r:id="R2d511d8137f44dfc"/>
    <p:sldId xmlns:r="http://schemas.openxmlformats.org/officeDocument/2006/relationships" id="259" r:id="R39594658b1ea4ad2"/>
    <p:sldId xmlns:r="http://schemas.openxmlformats.org/officeDocument/2006/relationships" id="260" r:id="Rf3d5065a9ccb4712"/>
    <p:sldId xmlns:r="http://schemas.openxmlformats.org/officeDocument/2006/relationships" id="261" r:id="Ra3a66fe703dc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1884345b6944fc" /><Relationship Type="http://schemas.openxmlformats.org/officeDocument/2006/relationships/slideMaster" Target="/ppt/slideMasters/slideMaster1.xml" Id="R1ae39809a4094c9d" /><Relationship Type="http://schemas.openxmlformats.org/officeDocument/2006/relationships/notesMaster" Target="/ppt/notesMasters/notesMaster1.xml" Id="R37c9dbddacf642f6" /><Relationship Type="http://schemas.openxmlformats.org/officeDocument/2006/relationships/presProps" Target="/ppt/presProps.xml" Id="Rd387b00ccc0c4472" /><Relationship Type="http://schemas.openxmlformats.org/officeDocument/2006/relationships/tableStyles" Target="/ppt/tableStyles.xml" Id="R69521f93dce342b4" /><Relationship Type="http://schemas.openxmlformats.org/officeDocument/2006/relationships/slide" Target="/ppt/slides/slide1.xml" Id="Rc3823e16dbcf49bc" /><Relationship Type="http://schemas.openxmlformats.org/officeDocument/2006/relationships/slide" Target="/ppt/slides/slide2.xml" Id="Rfee35c6599144996" /><Relationship Type="http://schemas.openxmlformats.org/officeDocument/2006/relationships/slide" Target="/ppt/slides/slide3.xml" Id="R2d511d8137f44dfc" /><Relationship Type="http://schemas.openxmlformats.org/officeDocument/2006/relationships/slide" Target="/ppt/slides/slide4.xml" Id="R39594658b1ea4ad2" /><Relationship Type="http://schemas.openxmlformats.org/officeDocument/2006/relationships/slide" Target="/ppt/slides/slide5.xml" Id="Rf3d5065a9ccb4712" /><Relationship Type="http://schemas.openxmlformats.org/officeDocument/2006/relationships/slide" Target="/ppt/slides/slide6.xml" Id="Ra3a66fe703dc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e0089725c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4a023164d4445" /><Relationship Type="http://schemas.openxmlformats.org/officeDocument/2006/relationships/notesMaster" Target="/ppt/notesMasters/notesMaster1.xml" Id="Rbb047574c5c3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206a16dac64fc3" /><Relationship Type="http://schemas.openxmlformats.org/officeDocument/2006/relationships/notesMaster" Target="/ppt/notesMasters/notesMaster1.xml" Id="Rcd33428ac05f44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efd389ae0345c4" /><Relationship Type="http://schemas.openxmlformats.org/officeDocument/2006/relationships/notesMaster" Target="/ppt/notesMasters/notesMaster1.xml" Id="R9d86148b1d98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a93b574cb4887" /><Relationship Type="http://schemas.openxmlformats.org/officeDocument/2006/relationships/notesMaster" Target="/ppt/notesMasters/notesMaster1.xml" Id="R6a49adb3afda4c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b7f0b63c9c4e1c" /><Relationship Type="http://schemas.openxmlformats.org/officeDocument/2006/relationships/notesMaster" Target="/ppt/notesMasters/notesMaster1.xml" Id="R139351e91d38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dae7b726094369" /><Relationship Type="http://schemas.openxmlformats.org/officeDocument/2006/relationships/notesMaster" Target="/ppt/notesMasters/notesMaster1.xml" Id="R476e60363c5c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output/menu-mundo-ilustrado/preview-1280x720.png. Prévia de montagem existente no projeto, coletada antes desta apresentação; não é uma nova captura de uma sessão de jogo. Foram recortadas apenas margens externas sem controles, mantendo proporção. Oito opções visíveis. A mensagem da captura informa que Opções ainda não foi implementado. Salvar/Carregar não foram executados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output/bag-ilustrada/preview-1280x720.png. Prévia de montagem existente no projeto, coletada antes desta apresentação; não é uma nova captura de uma sessão de jogo. Foram recortadas apenas margens externas sem controles, mantendo proporção. Inventário com grade paginada e detalhe do item selecionado. A captura existente contém dados de fixture, não o progresso atual do jogador.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output/loja-ilustrada/preview-1280x720.png. Prévia de montagem existente no projeto, coletada antes desta apresentação; não é uma nova captura de uma sessão de jogo. Foram recortadas apenas margens externas sem controles, mantendo proporção. Prévia existente com preço, saldo, produtos e mensagem de compra. Não foi feita nenhuma transação durante a criação da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output/status-ilustrado/preview-1280x720.png. Prévia de montagem existente no projeto, coletada antes desta apresentação; não é uma nova captura de uma sessão de jogo. Foram recortadas apenas margens externas sem controles, mantendo proporção. Valores e técnica de teste pertencem à fixture da captura. Não representam balanceamento final. Input real e aprovação visual continuam separados das verificações por API documentadas no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output/equipamentos-apollo/preview-1280x720.png. Prévia de montagem existente no projeto, coletada antes desta apresentação; não é uma nova captura de uma sessão de jogo. Foram recortadas apenas margens externas sem controles, mantendo proporção. Quatro slots de equipamentos e consulta de estoque/técnicas. Instalação e remoção são feitas pelo terminal, como informa o rodapé da própria tela. Dados de fixture; não retratar como estado do jogador.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output/terminal-ilustrado/recorte-2026-10-23/preview-1280x720.png. Prévia de montagem existente no projeto, coletada antes desta apresentação; não é uma nova captura de uma sessão de jogo. Foram recortadas apenas margens externas sem controles, mantendo proporção. Prévia existente do terminal ilustrado, com editor de código, objetivo e saída. A saída contém conteúdo de teste já presente na imagem; nenhum comando foi executado para produzir o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66c41d11146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10cf89eda49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c3151e24648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97166155848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326aac7b540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15d4127a04d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67CC23-7004-4363-B5D8-6CA22FAC2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893764-6A29-49F1-BCD5-1A2BE9086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83BA7E-19A7-49A9-84CF-8E5C0AD75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0C9031-960E-4730-B9B0-A0AE1FF4B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51E18F-8F06-4C11-8719-918153EE6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C6830C-AA51-47D9-95E2-4E714C429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2F9C69-C36B-45D9-8B74-5076182F80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D1DCAE-BBBA-48E3-B06B-C8C1B4EFFE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E9DE72-40A7-4868-9F47-1E1E2A8B0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81B433-8465-4D48-A54C-3AB17A8DF5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f36ebac3ac447d" /><Relationship Type="http://schemas.openxmlformats.org/officeDocument/2006/relationships/slideLayout" Target="/ppt/slideLayouts/slideLayout1.xml" Id="R3104b0471b094bca" /><Relationship Type="http://schemas.openxmlformats.org/officeDocument/2006/relationships/slideLayout" Target="/ppt/slideLayouts/slideLayout2.xml" Id="Ra49705aa16ad49f5" /><Relationship Type="http://schemas.openxmlformats.org/officeDocument/2006/relationships/slideLayout" Target="/ppt/slideLayouts/slideLayout3.xml" Id="Raec5725025f14040" /><Relationship Type="http://schemas.openxmlformats.org/officeDocument/2006/relationships/slideLayout" Target="/ppt/slideLayouts/slideLayout4.xml" Id="R43559e4498604c5b" /><Relationship Type="http://schemas.openxmlformats.org/officeDocument/2006/relationships/slideLayout" Target="/ppt/slideLayouts/slideLayout5.xml" Id="R06695cbbe8e74a1e" /><Relationship Type="http://schemas.openxmlformats.org/officeDocument/2006/relationships/slideLayout" Target="/ppt/slideLayouts/slideLayout6.xml" Id="Rca7c281c3a654e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4b0471b094bca"/>
    <p:sldLayoutId xmlns:r="http://schemas.openxmlformats.org/officeDocument/2006/relationships" id="2147483650" r:id="Ra49705aa16ad49f5"/>
    <p:sldLayoutId xmlns:r="http://schemas.openxmlformats.org/officeDocument/2006/relationships" id="2147483651" r:id="Raec5725025f14040"/>
    <p:sldLayoutId xmlns:r="http://schemas.openxmlformats.org/officeDocument/2006/relationships" id="2147483652" r:id="R43559e4498604c5b"/>
    <p:sldLayoutId xmlns:r="http://schemas.openxmlformats.org/officeDocument/2006/relationships" id="2147483653" r:id="R06695cbbe8e74a1e"/>
    <p:sldLayoutId xmlns:r="http://schemas.openxmlformats.org/officeDocument/2006/relationships" id="2147483654" r:id="Rca7c281c3a654e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64c2230474e80" /><Relationship Type="http://schemas.openxmlformats.org/officeDocument/2006/relationships/image" Target="/ppt/media/image.png" Id="R34e64eeba91b49a7" /><Relationship Type="http://schemas.openxmlformats.org/officeDocument/2006/relationships/notesSlide" Target="/ppt/notesSlides/notesSlide1.xml" Id="Re5d4a46256704c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ffda93ff84883" /><Relationship Type="http://schemas.openxmlformats.org/officeDocument/2006/relationships/image" Target="/ppt/media/image2.png" Id="Radaf7a3fed524477" /><Relationship Type="http://schemas.openxmlformats.org/officeDocument/2006/relationships/notesSlide" Target="/ppt/notesSlides/notesSlide2.xml" Id="R751a72db6b9f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ee0aac8b34604" /><Relationship Type="http://schemas.openxmlformats.org/officeDocument/2006/relationships/image" Target="/ppt/media/image3.png" Id="R1f9bba3a08a64d34" /><Relationship Type="http://schemas.openxmlformats.org/officeDocument/2006/relationships/notesSlide" Target="/ppt/notesSlides/notesSlide3.xml" Id="R041dd2b0eec0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834a9b33d4e7b" /><Relationship Type="http://schemas.openxmlformats.org/officeDocument/2006/relationships/image" Target="/ppt/media/image4.png" Id="Rea48f26a72f24fda" /><Relationship Type="http://schemas.openxmlformats.org/officeDocument/2006/relationships/notesSlide" Target="/ppt/notesSlides/notesSlide4.xml" Id="R7482ece6277546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4f95f4d92428c" /><Relationship Type="http://schemas.openxmlformats.org/officeDocument/2006/relationships/image" Target="/ppt/media/image5.png" Id="R46075b780fe645ca" /><Relationship Type="http://schemas.openxmlformats.org/officeDocument/2006/relationships/notesSlide" Target="/ppt/notesSlides/notesSlide5.xml" Id="R8e0bf38dbdab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6fcc36f504ba4" /><Relationship Type="http://schemas.openxmlformats.org/officeDocument/2006/relationships/image" Target="/ppt/media/image6.png" Id="R71a26e307c344a40" /><Relationship Type="http://schemas.openxmlformats.org/officeDocument/2006/relationships/notesSlide" Target="/ppt/notesSlides/notesSlide6.xml" Id="Rbc8042961b5843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roidsCode">
            <a:extLst xmlns:a="http://schemas.openxmlformats.org/drawingml/2006/main">
              <a:ext uri="{FF2B5EF4-FFF2-40B4-BE49-F238E27FC236}">
                <a16:creationId xmlns:a16="http://schemas.microsoft.com/office/drawing/2014/main" id="{93F5B5C7-2E0C-42CD-8831-354C11C4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DroidsCode</a:t>
            </a:r>
          </a:p>
        </p:txBody>
      </p:sp>
      <p:sp>
        <p:nvSpPr>
          <p:cNvPr id="2" name="Telas e">
            <a:extLst xmlns:a="http://schemas.openxmlformats.org/drawingml/2006/main">
              <a:ext uri="{FF2B5EF4-FFF2-40B4-BE49-F238E27FC236}">
                <a16:creationId xmlns:a16="http://schemas.microsoft.com/office/drawing/2014/main" id="{E2A24546-0392-4EC5-9FA5-FD411FDC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Telas e</a:t>
            </a:r>
          </a:p>
          <a:p xmlns:a="http://schemas.openxmlformats.org/drawingml/2006/main">
            <a: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menus</a:t>
            </a:r>
          </a:p>
        </p:txBody>
      </p:sp>
      <p:sp>
        <p:nvSpPr>
          <p:cNvPr id="3" name="Menu do mundo">
            <a:extLst xmlns:a="http://schemas.openxmlformats.org/drawingml/2006/main">
              <a:ext uri="{FF2B5EF4-FFF2-40B4-BE49-F238E27FC236}">
                <a16:creationId xmlns:a16="http://schemas.microsoft.com/office/drawing/2014/main" id="{C28571DE-641E-40CA-8A80-7BD2428E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Menu do mundo</a:t>
            </a:r>
          </a:p>
        </p:txBody>
      </p:sp>
      <p:sp>
        <p:nvSpPr>
          <p:cNvPr id="4" name="Todos os painéis a um clique.">
            <a:extLst xmlns:a="http://schemas.openxmlformats.org/drawingml/2006/main">
              <a:ext uri="{FF2B5EF4-FFF2-40B4-BE49-F238E27FC236}">
                <a16:creationId xmlns:a16="http://schemas.microsoft.com/office/drawing/2014/main" id="{021B73B5-54AF-449A-B581-FA3F6C1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Todos os painéis a um clique.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A0F06-1296-45B4-A561-99700E488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64eeba91b49a7"/>
          <a:stretch xmlns:a="http://schemas.openxmlformats.org/drawingml/2006/main"/>
        </p:blipFill>
        <p:spPr>
          <a:xfrm xmlns:a="http://schemas.openxmlformats.org/drawingml/2006/main">
            <a:off x="4864370" y="381000"/>
            <a:ext cx="6673310" cy="609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12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ag">
            <a:extLst xmlns:a="http://schemas.openxmlformats.org/drawingml/2006/main">
              <a:ext uri="{FF2B5EF4-FFF2-40B4-BE49-F238E27FC236}">
                <a16:creationId xmlns:a16="http://schemas.microsoft.com/office/drawing/2014/main" id="{1327B30F-84BA-4BC9-A11E-D157EDB0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Bag</a:t>
            </a:r>
          </a:p>
        </p:txBody>
      </p:sp>
      <p:sp>
        <p:nvSpPr>
          <p:cNvPr id="2" name="Itens, quantidades e detalhes de uso.">
            <a:extLst xmlns:a="http://schemas.openxmlformats.org/drawingml/2006/main">
              <a:ext uri="{FF2B5EF4-FFF2-40B4-BE49-F238E27FC236}">
                <a16:creationId xmlns:a16="http://schemas.microsoft.com/office/drawing/2014/main" id="{8A68D635-735D-489D-87C8-F076CAA9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Itens, quantidades e detalhes de uso.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5C967-C674-45E1-B35A-03567320D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f7a3fed524477"/>
          <a:stretch xmlns:a="http://schemas.openxmlformats.org/drawingml/2006/main"/>
        </p:blipFill>
        <p:spPr>
          <a:xfrm xmlns:a="http://schemas.openxmlformats.org/drawingml/2006/main">
            <a:off x="2115490" y="1304925"/>
            <a:ext cx="7961020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26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Loja">
            <a:extLst xmlns:a="http://schemas.openxmlformats.org/drawingml/2006/main">
              <a:ext uri="{FF2B5EF4-FFF2-40B4-BE49-F238E27FC236}">
                <a16:creationId xmlns:a16="http://schemas.microsoft.com/office/drawing/2014/main" id="{9C0B58BB-AA7F-46BC-B307-FFCF8CD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Loja</a:t>
            </a:r>
          </a:p>
        </p:txBody>
      </p:sp>
      <p:sp>
        <p:nvSpPr>
          <p:cNvPr id="2" name="Comprar e vender com os detalhes à vista.">
            <a:extLst xmlns:a="http://schemas.openxmlformats.org/drawingml/2006/main">
              <a:ext uri="{FF2B5EF4-FFF2-40B4-BE49-F238E27FC236}">
                <a16:creationId xmlns:a16="http://schemas.microsoft.com/office/drawing/2014/main" id="{4972C1BB-F7FF-4B0E-9534-AA62C0DA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Comprar e vender com os detalhes à vista.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B8629-DA10-4A50-8B19-52606700F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bba3a08a64d34"/>
          <a:stretch xmlns:a="http://schemas.openxmlformats.org/drawingml/2006/main"/>
        </p:blipFill>
        <p:spPr>
          <a:xfrm xmlns:a="http://schemas.openxmlformats.org/drawingml/2006/main">
            <a:off x="2107919" y="1304925"/>
            <a:ext cx="7976163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06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atus">
            <a:extLst xmlns:a="http://schemas.openxmlformats.org/drawingml/2006/main">
              <a:ext uri="{FF2B5EF4-FFF2-40B4-BE49-F238E27FC236}">
                <a16:creationId xmlns:a16="http://schemas.microsoft.com/office/drawing/2014/main" id="{CCC379CE-B063-4A48-A3AB-530A039C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2" name="Vida, energia, atributos e técnicas.">
            <a:extLst xmlns:a="http://schemas.openxmlformats.org/drawingml/2006/main">
              <a:ext uri="{FF2B5EF4-FFF2-40B4-BE49-F238E27FC236}">
                <a16:creationId xmlns:a16="http://schemas.microsoft.com/office/drawing/2014/main" id="{24C2E9A1-5BBC-42A0-B115-EB6876C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Vida, energia, atributos e técnicas.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2D253-BDA3-4F73-ACBB-E79F78DE7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8f26a72f24fda"/>
          <a:stretch xmlns:a="http://schemas.openxmlformats.org/drawingml/2006/main"/>
        </p:blipFill>
        <p:spPr>
          <a:xfrm xmlns:a="http://schemas.openxmlformats.org/drawingml/2006/main">
            <a:off x="2121177" y="1304925"/>
            <a:ext cx="7949647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2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pollo · Droid">
            <a:extLst xmlns:a="http://schemas.openxmlformats.org/drawingml/2006/main">
              <a:ext uri="{FF2B5EF4-FFF2-40B4-BE49-F238E27FC236}">
                <a16:creationId xmlns:a16="http://schemas.microsoft.com/office/drawing/2014/main" id="{757AFD67-3635-408F-A676-AF90C8F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Apollo · Droid</a:t>
            </a:r>
          </a:p>
        </p:txBody>
      </p:sp>
      <p:sp>
        <p:nvSpPr>
          <p:cNvPr id="2" name="Peças instaladas e técnicas do Droid.">
            <a:extLst xmlns:a="http://schemas.openxmlformats.org/drawingml/2006/main">
              <a:ext uri="{FF2B5EF4-FFF2-40B4-BE49-F238E27FC236}">
                <a16:creationId xmlns:a16="http://schemas.microsoft.com/office/drawing/2014/main" id="{081CBBFD-9FF6-4B16-8937-3AAAF538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Peças instaladas e técnicas do Droid.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B97DE-E692-4B51-9F0F-51E86F063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75b780fe645ca"/>
          <a:stretch xmlns:a="http://schemas.openxmlformats.org/drawingml/2006/main"/>
        </p:blipFill>
        <p:spPr>
          <a:xfrm xmlns:a="http://schemas.openxmlformats.org/drawingml/2006/main">
            <a:off x="2158140" y="1304925"/>
            <a:ext cx="7875719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68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roidsCode / Terminal">
            <a:extLst xmlns:a="http://schemas.openxmlformats.org/drawingml/2006/main">
              <a:ext uri="{FF2B5EF4-FFF2-40B4-BE49-F238E27FC236}">
                <a16:creationId xmlns:a16="http://schemas.microsoft.com/office/drawing/2014/main" id="{FC41D102-C0C2-4DA5-B535-BBCD0C41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DroidsCode / Terminal</a:t>
            </a:r>
          </a:p>
        </p:txBody>
      </p:sp>
      <p:sp>
        <p:nvSpPr>
          <p:cNvPr id="2" name="Terminal">
            <a:extLst xmlns:a="http://schemas.openxmlformats.org/drawingml/2006/main">
              <a:ext uri="{FF2B5EF4-FFF2-40B4-BE49-F238E27FC236}">
                <a16:creationId xmlns:a16="http://schemas.microsoft.com/office/drawing/2014/main" id="{B230B4CA-8687-4B64-A85C-BF668CF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Terminal</a:t>
            </a:r>
          </a:p>
        </p:txBody>
      </p:sp>
      <p:sp>
        <p:nvSpPr>
          <p:cNvPr id="3" name="Escreva comandos.">
            <a:extLst xmlns:a="http://schemas.openxmlformats.org/drawingml/2006/main">
              <a:ext uri="{FF2B5EF4-FFF2-40B4-BE49-F238E27FC236}">
                <a16:creationId xmlns:a16="http://schemas.microsoft.com/office/drawing/2014/main" id="{EC20F4F7-0B7F-40C8-99D1-0DBEC2E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Escreva comandos.</a:t>
            </a:r>
          </a:p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Execute e acompanhe a saída.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AD7F8-03D7-47E6-BD14-34CF15A02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6e307c344a40"/>
          <a:stretch xmlns:a="http://schemas.openxmlformats.org/drawingml/2006/main"/>
        </p:blipFill>
        <p:spPr>
          <a:xfrm xmlns:a="http://schemas.openxmlformats.org/drawingml/2006/main">
            <a:off x="5144415" y="381000"/>
            <a:ext cx="6113220" cy="609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98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2026-10-24T04:56:12.4950000Z</dcterms:created>
  <dcterms:modified xsi:type="dcterms:W3CDTF">2026-10-24T04:56:12.4950000Z</dcterms:modified>
</coreProperties>
</file>