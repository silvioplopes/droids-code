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48a6434a3f4b19" /><Relationship Type="http://schemas.openxmlformats.org/officeDocument/2006/relationships/extended-properties" Target="/docProps/app.xml" Id="R66eff2bc01e94b67" /><Relationship Type="http://schemas.openxmlformats.org/officeDocument/2006/relationships/officeDocument" Target="/ppt/presentation.xml" Id="R08ad11f260bc45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17f42b69440d6"/>
  </p:sldMasterIdLst>
  <p:notesMasterIdLst>
    <p:notesMasterId xmlns:r="http://schemas.openxmlformats.org/officeDocument/2006/relationships" r:id="R2c88c6a9f3974a8b"/>
  </p:notesMasterIdLst>
  <p:sldIdLst>
    <p:sldId xmlns:r="http://schemas.openxmlformats.org/officeDocument/2006/relationships" id="256" r:id="R6b5fec9248cd4405"/>
    <p:sldId xmlns:r="http://schemas.openxmlformats.org/officeDocument/2006/relationships" id="257" r:id="R90a364019c9146f1"/>
    <p:sldId xmlns:r="http://schemas.openxmlformats.org/officeDocument/2006/relationships" id="258" r:id="R0a024294236d4d2c"/>
    <p:sldId xmlns:r="http://schemas.openxmlformats.org/officeDocument/2006/relationships" id="259" r:id="R05d5983542324660"/>
    <p:sldId xmlns:r="http://schemas.openxmlformats.org/officeDocument/2006/relationships" id="260" r:id="R4cda6690b6614e4f"/>
    <p:sldId xmlns:r="http://schemas.openxmlformats.org/officeDocument/2006/relationships" id="261" r:id="R34bf36b72585492e"/>
    <p:sldId xmlns:r="http://schemas.openxmlformats.org/officeDocument/2006/relationships" id="262" r:id="R13ceb1bf116640bc"/>
    <p:sldId xmlns:r="http://schemas.openxmlformats.org/officeDocument/2006/relationships" id="263" r:id="Rdf38a2263d684b1d"/>
    <p:sldId xmlns:r="http://schemas.openxmlformats.org/officeDocument/2006/relationships" id="264" r:id="Rf5784e1cbb3248a5"/>
    <p:sldId xmlns:r="http://schemas.openxmlformats.org/officeDocument/2006/relationships" id="265" r:id="Ra6d743fca7084456"/>
    <p:sldId xmlns:r="http://schemas.openxmlformats.org/officeDocument/2006/relationships" id="266" r:id="R5757662c22634776"/>
    <p:sldId xmlns:r="http://schemas.openxmlformats.org/officeDocument/2006/relationships" id="267" r:id="Rc69623b9af974c76"/>
    <p:sldId xmlns:r="http://schemas.openxmlformats.org/officeDocument/2006/relationships" id="268" r:id="Re59e924bb2964af6"/>
    <p:sldId xmlns:r="http://schemas.openxmlformats.org/officeDocument/2006/relationships" id="269" r:id="R3ab2afd94d9840a1"/>
    <p:sldId xmlns:r="http://schemas.openxmlformats.org/officeDocument/2006/relationships" id="270" r:id="R466426e3f36348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270878a0443d2" /><Relationship Type="http://schemas.openxmlformats.org/officeDocument/2006/relationships/slideMaster" Target="/ppt/slideMasters/slideMaster1.xml" Id="Ra7017f42b69440d6" /><Relationship Type="http://schemas.openxmlformats.org/officeDocument/2006/relationships/notesMaster" Target="/ppt/notesMasters/notesMaster1.xml" Id="R2c88c6a9f3974a8b" /><Relationship Type="http://schemas.openxmlformats.org/officeDocument/2006/relationships/presProps" Target="/ppt/presProps.xml" Id="R10334c23ba8e4985" /><Relationship Type="http://schemas.openxmlformats.org/officeDocument/2006/relationships/tableStyles" Target="/ppt/tableStyles.xml" Id="Re6816361f1b14e27" /><Relationship Type="http://schemas.openxmlformats.org/officeDocument/2006/relationships/slide" Target="/ppt/slides/slide1.xml" Id="R6b5fec9248cd4405" /><Relationship Type="http://schemas.openxmlformats.org/officeDocument/2006/relationships/slide" Target="/ppt/slides/slide2.xml" Id="R90a364019c9146f1" /><Relationship Type="http://schemas.openxmlformats.org/officeDocument/2006/relationships/slide" Target="/ppt/slides/slide3.xml" Id="R0a024294236d4d2c" /><Relationship Type="http://schemas.openxmlformats.org/officeDocument/2006/relationships/slide" Target="/ppt/slides/slide4.xml" Id="R05d5983542324660" /><Relationship Type="http://schemas.openxmlformats.org/officeDocument/2006/relationships/slide" Target="/ppt/slides/slide5.xml" Id="R4cda6690b6614e4f" /><Relationship Type="http://schemas.openxmlformats.org/officeDocument/2006/relationships/slide" Target="/ppt/slides/slide6.xml" Id="R34bf36b72585492e" /><Relationship Type="http://schemas.openxmlformats.org/officeDocument/2006/relationships/slide" Target="/ppt/slides/slide7.xml" Id="R13ceb1bf116640bc" /><Relationship Type="http://schemas.openxmlformats.org/officeDocument/2006/relationships/slide" Target="/ppt/slides/slide8.xml" Id="Rdf38a2263d684b1d" /><Relationship Type="http://schemas.openxmlformats.org/officeDocument/2006/relationships/slide" Target="/ppt/slides/slide9.xml" Id="Rf5784e1cbb3248a5" /><Relationship Type="http://schemas.openxmlformats.org/officeDocument/2006/relationships/slide" Target="/ppt/slides/slide10.xml" Id="Ra6d743fca7084456" /><Relationship Type="http://schemas.openxmlformats.org/officeDocument/2006/relationships/slide" Target="/ppt/slides/slide11.xml" Id="R5757662c22634776" /><Relationship Type="http://schemas.openxmlformats.org/officeDocument/2006/relationships/slide" Target="/ppt/slides/slide12.xml" Id="Rc69623b9af974c76" /><Relationship Type="http://schemas.openxmlformats.org/officeDocument/2006/relationships/slide" Target="/ppt/slides/slide13.xml" Id="Re59e924bb2964af6" /><Relationship Type="http://schemas.openxmlformats.org/officeDocument/2006/relationships/slide" Target="/ppt/slides/slide14.xml" Id="R3ab2afd94d9840a1" /><Relationship Type="http://schemas.openxmlformats.org/officeDocument/2006/relationships/slide" Target="/ppt/slides/slide15.xml" Id="R466426e3f36348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2dbebf763742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4a9451997f4dcc" /><Relationship Type="http://schemas.openxmlformats.org/officeDocument/2006/relationships/notesMaster" Target="/ppt/notesMasters/notesMaster1.xml" Id="R9089f3c063e642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6df71c1cb14a74" /><Relationship Type="http://schemas.openxmlformats.org/officeDocument/2006/relationships/notesMaster" Target="/ppt/notesMasters/notesMaster1.xml" Id="Ra820058782ee45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78c10193df4b96" /><Relationship Type="http://schemas.openxmlformats.org/officeDocument/2006/relationships/notesMaster" Target="/ppt/notesMasters/notesMaster1.xml" Id="R7b90754646ad44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91949bbd224374" /><Relationship Type="http://schemas.openxmlformats.org/officeDocument/2006/relationships/notesMaster" Target="/ppt/notesMasters/notesMaster1.xml" Id="R7e6ccf45f88649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190ca659534366" /><Relationship Type="http://schemas.openxmlformats.org/officeDocument/2006/relationships/notesMaster" Target="/ppt/notesMasters/notesMaster1.xml" Id="R7a964639084a4e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cb923238c44e36" /><Relationship Type="http://schemas.openxmlformats.org/officeDocument/2006/relationships/notesMaster" Target="/ppt/notesMasters/notesMaster1.xml" Id="R82535ca9c59644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c26c93b8564a1c" /><Relationship Type="http://schemas.openxmlformats.org/officeDocument/2006/relationships/notesMaster" Target="/ppt/notesMasters/notesMaster1.xml" Id="R384cc259995f48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d1479f4d3947b4" /><Relationship Type="http://schemas.openxmlformats.org/officeDocument/2006/relationships/notesMaster" Target="/ppt/notesMasters/notesMaster1.xml" Id="Rb34c22b1499449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002d60ed024615" /><Relationship Type="http://schemas.openxmlformats.org/officeDocument/2006/relationships/notesMaster" Target="/ppt/notesMasters/notesMaster1.xml" Id="R2103427f800a40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3ad8f20a6e4984" /><Relationship Type="http://schemas.openxmlformats.org/officeDocument/2006/relationships/notesMaster" Target="/ppt/notesMasters/notesMaster1.xml" Id="R5f84d503b1b549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6044c272dd4074" /><Relationship Type="http://schemas.openxmlformats.org/officeDocument/2006/relationships/notesMaster" Target="/ppt/notesMasters/notesMaster1.xml" Id="Rca7faee5fcb341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e6b0b4c2cb4e0d" /><Relationship Type="http://schemas.openxmlformats.org/officeDocument/2006/relationships/notesMaster" Target="/ppt/notesMasters/notesMaster1.xml" Id="R9b2127e8b9394a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a4ff63982f426c" /><Relationship Type="http://schemas.openxmlformats.org/officeDocument/2006/relationships/notesMaster" Target="/ppt/notesMasters/notesMaster1.xml" Id="R6921f197b7eb42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52fc84b84e447d" /><Relationship Type="http://schemas.openxmlformats.org/officeDocument/2006/relationships/notesMaster" Target="/ppt/notesMasters/notesMaster1.xml" Id="R170ff16d3a5f4e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db6dbedc5d4571" /><Relationship Type="http://schemas.openxmlformats.org/officeDocument/2006/relationships/notesMaster" Target="/ppt/notesMasters/notesMaster1.xml" Id="Rb3b63d4e423b4b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Partes III–V e Ato 1; docs/enredo/TCC_-_ENREDO_v2_ADENDO.md, que prevalece nas divergências. Apresentação narrativa de Droids Code, focada no Ato 1: A Cota Cortada. O robô na arte do menu é uma referência de atmosfera do projeto, não uma identificação canônica de Apollo.</a:t>
            </a:r>
          </a:p>
          <a:p xmlns:a="http://schemas.openxmlformats.org/drawingml/2006/main">
            <a:r>
              <a:t>Fontes visuais: Assets/sprites/Mapas/mainmenu.jpg.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III.1 e III.5; docs/enredo/TCC_-_ENREDO_v2_ADENDO.md, que prevalece nas divergências. Cidade de sucata sobre ruínas de concreto. A vida comunitária gira em torno da fila do poço. A Apex controla o abastecimento regional. A imagem é o fundo da City e ilustra a cidade, sem pretender mapear literalmente cada local do roteiro.</a:t>
            </a:r>
          </a:p>
          <a:p xmlns:a="http://schemas.openxmlformats.org/drawingml/2006/main">
            <a:r>
              <a:t>Fontes visuais: Assets/sprites/Mapas/metavalle.jpg.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IV.1, IV.2; adendo A.2; docs/enredo/TCC_-_ENREDO_v2_ADENDO.md, que prevalece nas divergências. Lip tem 20 anos. Montou Apollo aos 13 e convive com ele há sete anos. Lip trata o erro como culpa; Apollo quer que ele sobreviva e aprenda. Conforme o adendo, a importância de Apollo nasce da convivência, não de uma origem única. Sprites atuais do projeto servem como referência, sem afirmar equivalência integral à descrição literária.</a:t>
            </a:r>
          </a:p>
          <a:p xmlns:a="http://schemas.openxmlformats.org/drawingml/2006/main">
            <a:r>
              <a:t>Fontes visuais: Assets/sprites/Entities/Characters/Protagonist/sprite.png; Assets/sprites/Entities/Characters/Companion/Apollo/sprite.png.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1, 1.1–1.3; docs/enredo/TCC_-_ENREDO_v2_ADENDO.md, que prevalece nas divergências. A primeira tarefa é fazer o gerador funcionar por meio de um laço em Lua. Um fio de água escura volta à torneira; ainda não é potável. A casa guarda o filtro construído por Lip e lembranças de Inês. O enredo liga uma ação técnica pequena à história pessoal do protagonista.</a:t>
            </a:r>
          </a:p>
          <a:p xmlns:a="http://schemas.openxmlformats.org/drawingml/2006/main">
            <a:r>
              <a:t>Fontes visuais: Assets/sprites/Mapas/LipCasa.jpg.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III.5; Sessão 2, 2.1–2.2; IV.6; docs/enredo/TCC_-_ENREDO_v2_ADENDO.md, que prevalece nas divergências. A cota diária cai de doze para seis litros por pessoa. Dara continua reservando uma terceira parte para o irmão desaparecido, Emílio/Milo. Os moradores trazem versões diferentes dos acontecimentos; investigar exige ouvi-los. Retratos existentes da City.</a:t>
            </a:r>
          </a:p>
          <a:p xmlns:a="http://schemas.openxmlformats.org/drawingml/2006/main">
            <a:r>
              <a:t>Fontes visuais: Assets/Resources/Retratos/Dara.png; Assets/Resources/Retratos/Homem da fila.png.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2, 2.2–2.4; IV.9; docs/enredo/TCC_-_ENREDO_v2_ADENDO.md, que prevalece nas divergências. Tácio vende água e traz seu ponto de vista sobre a crise. Os depoimentos, incluindo os de outros moradores, permitem entender a pressão da Apex e a negociação de Ivo. A imagem mostra uma prévia anterior de Tácio no cenário, sem encenar a conversa do roteiro.</a:t>
            </a:r>
          </a:p>
          <a:p xmlns:a="http://schemas.openxmlformats.org/drawingml/2006/main">
            <a:r>
              <a:t>Fontes visuais: output/npcs-city/nomes-escala/preview-tacio-1920.png.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III.6; Sessões 3–5; docs/enredo/TCC_-_ENREDO_v2_ADENDO.md, que prevalece nas divergências. Lip e Apollo deixam a segurança relativa da cidade e seguem para a Estação 7. A Cratera não é apenas cenário de guerra: o roteiro a revela como vestígio de povoados realocados à força. O asset do vale ilustra a travessia; não é um registro de todos os locais narrativos já montados.</a:t>
            </a:r>
          </a:p>
          <a:p xmlns:a="http://schemas.openxmlformats.org/drawingml/2006/main">
            <a:r>
              <a:t>Fontes visuais: Assets/sprites/Mapas/ferrovale.jpg.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III.8; Sessão 4 e variações 5–7; docs/enredo/TCC_-_ENREDO_v2_ADENDO.md, que prevalece nas divergências. Rasha representa a Flor de Ferro: ação direta e interrupção do sistema. Teodoro representa a Lótus Branca: negociação e contenção. Lip também pode seguir como Desgarrado. No roteiro, os módulos vêm após prova de conduta, não como presente automático; o efeito principal da escolha aparece nas consequências da assembleia.</a:t>
            </a:r>
          </a:p>
          <a:p xmlns:a="http://schemas.openxmlformats.org/drawingml/2006/main">
            <a:r>
              <a:t>Fontes visuais: Assets/sprites/Entities/Characters/NPCs/Rasha/sprite.png; Assets/sprites/Entities/Characters/NPCs/Teodoro_Sampaio/sprite.png.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IV.3; Sessão 6, 6.1–6.6; adendo A; docs/enredo/TCC_-_ENREDO_v2_ADENDO.md, que prevalece nas divergências. O técnico mantém a Estação 7 há dezenove anos e negocia por desespero. A ligação com Célia revela um erro herdado; a crise não nasce de um vilão simples. O combate expõe instruções escritas sem limites. Conforme o adendo, não reproduzir a afirmação antiga de que a Apex busca exclusivamente Apollo. Fundo de batalha é referência visual, não ilustração literal da Estação 7.</a:t>
            </a:r>
          </a:p>
          <a:p xmlns:a="http://schemas.openxmlformats.org/drawingml/2006/main">
            <a:r>
              <a:t>Fontes visuais: Assets/sprites/Entities/Characters/Antagonists/Ivo_Rangel/sprite.png; Assets/sprites/Mapas/battle.jpg.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6, 6.7; Sessão 7, 7a; docs/enredo/TCC_-_ENREDO_v2_ADENDO.md, que prevalece nas divergências. Spoilers do Ato 1. A água volta. Para impedir a leitura de setores que desconhece, Apollo sobrescreve um arquivo e perde as gravações da voz de Inês, mãe de Lip. Essa perda não é reparada pela vitória. Quirino instala um novo servo na perna de Apollo, em uma cena de alegria que contrasta com o custo pessoal. Ilustração de Quirino disponível no projeto, sem afirmar montagem da cena.</a:t>
            </a:r>
          </a:p>
          <a:p xmlns:a="http://schemas.openxmlformats.org/drawingml/2006/main">
            <a:r>
              <a:t>Fontes visuais: Assets/sprites/Entities/Characters/NPCs/Quirino/sprite.png.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IV.5; Sessão 7, 7b; adendo A.2–A.4; docs/enredo/TCC_-_ENREDO_v2_ADENDO.md, que prevalece nas divergências. Nadir oferece dezoito litros por pessoa por dia e nova linha de bombeamento. Em troca, pede censo e entrega de unidades autônomas não registradas. Ela é cordial, cumpre as condições e acredita reduzir sofrimento. A busca é burocrática e ampla, ligada aos 431 núcleos; não é perseguição pessoal a um escolhido. A assembleia varia conforme a rota.</a:t>
            </a:r>
          </a:p>
          <a:p xmlns:a="http://schemas.openxmlformats.org/drawingml/2006/main">
            <a:r>
              <a:t>Fontes visuais: Assets/sprites/Entities/Characters/Antagonists/Nadir_Quintela/sprite.png.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Adendo B.1–B.3 e C.1–C.4; docs/enredo/TCC_-_ENREDO_v2_ADENDO.md, que prevalece nas divergências. Arquitetura narrativa planejada, não comprovação de implementação. No Ato 2, Apollo é levado pela Apex e Lip enfrenta a ausência da orientação; a revelação do histórico de versões preserva a tese de que a convivência o distingue. No Ato 3, a Torre é armazenamento e o confronto final com Artemis é programação e responsabilidade por regras, sem corpo físico de chefe. Não declarar finais mutuamente exclusivos de sobrevivência: o próprio adendo também prevê Apollo sobrevivendo em Ramificar.</a:t>
            </a:r>
          </a:p>
          <a:p xmlns:a="http://schemas.openxmlformats.org/drawingml/2006/main">
            <a:r>
              <a:t>Fontes visuais: 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V.2; Sessão 1; adendo B e C; docs/enredo/TCC_-_ENREDO_v2_ADENDO.md, que prevalece nas divergências. O terminal é a ligação entre ficção e aprendizagem. No Ato 1, Apollo orienta; o jogador testa, recebe retorno e revisa. A progressão posterior pretende retirar o apoio e culminar em uma decisão escrita no terminal. A captura é uma fixture anterior com texto e saída de teste; não encena o desfecho nem comprova sua implementação.</a:t>
            </a:r>
          </a:p>
          <a:p xmlns:a="http://schemas.openxmlformats.org/drawingml/2006/main">
            <a:r>
              <a:t>Fontes visuais: output/terminal-ilustrado/recorte-2026-10-23/preview-1280x720.png.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7, A perna; sistema atual conforme docs/guias/equipamentos-apollo.md; docs/enredo/TCC_-_ENREDO_v2_ADENDO.md, que prevalece nas divergências. A relação com Apollo também aparece na inspeção de peças e técnicas. No sistema atual, instalar e remover peças é tarefa do terminal; o menu apenas mostra e consulta. O roteiro da perna é uma cena planejada distinta desse sistema já mostrado. A captura contém dados de fixture, não um save do usuário.</a:t>
            </a:r>
          </a:p>
          <a:p xmlns:a="http://schemas.openxmlformats.org/drawingml/2006/main">
            <a:r>
              <a:t>Fontes visuais: output/equipamentos-apollo/preview-1280x720.png.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V.1–V.2; adendo A.2 e C.4; docs/enredo/TCC_-_ENREDO_v2_ADENDO.md, que prevalece nas divergências. Síntese temática: a identidade é construída por convivência e escolhas. Lip começa tratando erro como condenação e a saga pretende levá-lo a assumir a responsabilidade por regras que escreve. O fechamento resume o enredo, sem alegar que a saga inteira já está implementada.</a:t>
            </a:r>
          </a:p>
          <a:p xmlns:a="http://schemas.openxmlformats.org/drawingml/2006/main">
            <a:r>
              <a:t>Fontes visuais: 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3a4e654514d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631b1047642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5a7156b3c49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61759773749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e6ca41eab45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6a30fcccb49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D763CC-858F-4C21-A231-1CDE68F09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ECBD8E-22DA-4962-A06C-26325FA6B5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ACFBEF-171A-4E86-994F-7AA5615B1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059474-4316-46F7-BC77-43B3A78EE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A0F030-3EC7-42CF-8034-3134955BFB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6CDC24-8E3A-4949-80F8-8677BE2C4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71C74B-4602-4594-871B-5F7681021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13E2B9-EBF4-4B96-B786-4D81D71BA1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8EF7A6-EA7A-45E7-A5F2-BEE899C4E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9AE63D-E4B3-4C19-BC32-570D71DAB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aa992f71ca4b99" /><Relationship Type="http://schemas.openxmlformats.org/officeDocument/2006/relationships/slideLayout" Target="/ppt/slideLayouts/slideLayout1.xml" Id="R7347f28be5514ad2" /><Relationship Type="http://schemas.openxmlformats.org/officeDocument/2006/relationships/slideLayout" Target="/ppt/slideLayouts/slideLayout2.xml" Id="R23af65a936594b0b" /><Relationship Type="http://schemas.openxmlformats.org/officeDocument/2006/relationships/slideLayout" Target="/ppt/slideLayouts/slideLayout3.xml" Id="R83746e955df548bf" /><Relationship Type="http://schemas.openxmlformats.org/officeDocument/2006/relationships/slideLayout" Target="/ppt/slideLayouts/slideLayout4.xml" Id="Ra78c0b23f6f5484f" /><Relationship Type="http://schemas.openxmlformats.org/officeDocument/2006/relationships/slideLayout" Target="/ppt/slideLayouts/slideLayout5.xml" Id="R0d1aedfefaf4482b" /><Relationship Type="http://schemas.openxmlformats.org/officeDocument/2006/relationships/slideLayout" Target="/ppt/slideLayouts/slideLayout6.xml" Id="R2359ed8eb79b45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7f28be5514ad2"/>
    <p:sldLayoutId xmlns:r="http://schemas.openxmlformats.org/officeDocument/2006/relationships" id="2147483650" r:id="R23af65a936594b0b"/>
    <p:sldLayoutId xmlns:r="http://schemas.openxmlformats.org/officeDocument/2006/relationships" id="2147483651" r:id="R83746e955df548bf"/>
    <p:sldLayoutId xmlns:r="http://schemas.openxmlformats.org/officeDocument/2006/relationships" id="2147483652" r:id="Ra78c0b23f6f5484f"/>
    <p:sldLayoutId xmlns:r="http://schemas.openxmlformats.org/officeDocument/2006/relationships" id="2147483653" r:id="R0d1aedfefaf4482b"/>
    <p:sldLayoutId xmlns:r="http://schemas.openxmlformats.org/officeDocument/2006/relationships" id="2147483654" r:id="R2359ed8eb79b45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37d10f45a49ea" /><Relationship Type="http://schemas.openxmlformats.org/officeDocument/2006/relationships/image" Target="/ppt/media/image.png" Id="Rff889e20cf3d449f" /><Relationship Type="http://schemas.openxmlformats.org/officeDocument/2006/relationships/notesSlide" Target="/ppt/notesSlides/notesSlide1.xml" Id="R70c747ac296947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24e31dfdf4173" /><Relationship Type="http://schemas.openxmlformats.org/officeDocument/2006/relationships/image" Target="/ppt/media/image2.png" Id="Rfb49ee04bffd43bc" /><Relationship Type="http://schemas.openxmlformats.org/officeDocument/2006/relationships/notesSlide" Target="/ppt/notesSlides/notesSlide2.xml" Id="R6bcbae0617dd44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8086c8c074732" /><Relationship Type="http://schemas.openxmlformats.org/officeDocument/2006/relationships/image" Target="/ppt/media/image3.png" Id="R8d106d90eea447c4" /><Relationship Type="http://schemas.openxmlformats.org/officeDocument/2006/relationships/image" Target="/ppt/media/image4.png" Id="R5fc5422ef5aa4ead" /><Relationship Type="http://schemas.openxmlformats.org/officeDocument/2006/relationships/notesSlide" Target="/ppt/notesSlides/notesSlide3.xml" Id="Rf20c51eef1cd4d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b494656cbb4ef5" /><Relationship Type="http://schemas.openxmlformats.org/officeDocument/2006/relationships/image" Target="/ppt/media/image5.png" Id="R94afe357f2cc4c15" /><Relationship Type="http://schemas.openxmlformats.org/officeDocument/2006/relationships/notesSlide" Target="/ppt/notesSlides/notesSlide4.xml" Id="R69c1e8f89b4e43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6931dad8743e3" /><Relationship Type="http://schemas.openxmlformats.org/officeDocument/2006/relationships/image" Target="/ppt/media/image6.png" Id="Re37d2718876449e4" /><Relationship Type="http://schemas.openxmlformats.org/officeDocument/2006/relationships/image" Target="/ppt/media/image7.png" Id="R6facce0189814e0a" /><Relationship Type="http://schemas.openxmlformats.org/officeDocument/2006/relationships/notesSlide" Target="/ppt/notesSlides/notesSlide5.xml" Id="R9d9810e39bf849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9de9d8c4645af" /><Relationship Type="http://schemas.openxmlformats.org/officeDocument/2006/relationships/image" Target="/ppt/media/image8.png" Id="R4edb8b7f3ccc42aa" /><Relationship Type="http://schemas.openxmlformats.org/officeDocument/2006/relationships/notesSlide" Target="/ppt/notesSlides/notesSlide6.xml" Id="Ra21b38ecb39848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d57289dc44c40" /><Relationship Type="http://schemas.openxmlformats.org/officeDocument/2006/relationships/image" Target="/ppt/media/image9.png" Id="Re1aec0928d604cf0" /><Relationship Type="http://schemas.openxmlformats.org/officeDocument/2006/relationships/notesSlide" Target="/ppt/notesSlides/notesSlide7.xml" Id="R8fb1dab3100e48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0e1c44e2f49dd" /><Relationship Type="http://schemas.openxmlformats.org/officeDocument/2006/relationships/image" Target="/ppt/media/image10.png" Id="Rb6300e8d31f348e3" /><Relationship Type="http://schemas.openxmlformats.org/officeDocument/2006/relationships/image" Target="/ppt/media/image11.png" Id="Rd23317fe340545a8" /><Relationship Type="http://schemas.openxmlformats.org/officeDocument/2006/relationships/notesSlide" Target="/ppt/notesSlides/notesSlide8.xml" Id="R6111343ef76c41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bdd23a6964764" /><Relationship Type="http://schemas.openxmlformats.org/officeDocument/2006/relationships/image" Target="/ppt/media/image12.png" Id="Re6b05241046f4bd2" /><Relationship Type="http://schemas.openxmlformats.org/officeDocument/2006/relationships/image" Target="/ppt/media/image13.png" Id="Refc4097154a1426b" /><Relationship Type="http://schemas.openxmlformats.org/officeDocument/2006/relationships/notesSlide" Target="/ppt/notesSlides/notesSlide9.xml" Id="R7724ab07e0f44c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6a34dd0ad4505" /><Relationship Type="http://schemas.openxmlformats.org/officeDocument/2006/relationships/image" Target="/ppt/media/image14.png" Id="R4dee830660784024" /><Relationship Type="http://schemas.openxmlformats.org/officeDocument/2006/relationships/notesSlide" Target="/ppt/notesSlides/notesSlide10.xml" Id="R6dfd7784cd574c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6d33ae9e04041" /><Relationship Type="http://schemas.openxmlformats.org/officeDocument/2006/relationships/image" Target="/ppt/media/image15.png" Id="R816ee33d49ce4942" /><Relationship Type="http://schemas.openxmlformats.org/officeDocument/2006/relationships/notesSlide" Target="/ppt/notesSlides/notesSlide11.xml" Id="R62378cdc674d4f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81d92096d40af" /><Relationship Type="http://schemas.openxmlformats.org/officeDocument/2006/relationships/notesSlide" Target="/ppt/notesSlides/notesSlide12.xml" Id="R5b91b09b3b0f41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d21ee3ee9416a" /><Relationship Type="http://schemas.openxmlformats.org/officeDocument/2006/relationships/image" Target="/ppt/media/image16.png" Id="R5287fb6a67814389" /><Relationship Type="http://schemas.openxmlformats.org/officeDocument/2006/relationships/notesSlide" Target="/ppt/notesSlides/notesSlide13.xml" Id="Rd42cea15eb2448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90230cf284b26" /><Relationship Type="http://schemas.openxmlformats.org/officeDocument/2006/relationships/image" Target="/ppt/media/image17.png" Id="R7b9cb569d8694cb8" /><Relationship Type="http://schemas.openxmlformats.org/officeDocument/2006/relationships/notesSlide" Target="/ppt/notesSlides/notesSlide14.xml" Id="R9e0dee2ec96c49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b92649cdae4552" /><Relationship Type="http://schemas.openxmlformats.org/officeDocument/2006/relationships/notesSlide" Target="/ppt/notesSlides/notesSlide15.xml" Id="Ra04448f3465148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6927F-3D5D-49C0-BAC9-076385EB6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89e20cf3d449f"/>
          <a:stretch xmlns:a="http://schemas.openxmlformats.org/drawingml/2006/main"/>
        </p:blipFill>
        <p:spPr>
          <a:xfrm xmlns:a="http://schemas.openxmlformats.org/drawingml/2006/main">
            <a:off x="5467350" y="570186"/>
            <a:ext cx="6477000" cy="5717628"/>
          </a:xfrm>
          <a:prstGeom xmlns:a="http://schemas.openxmlformats.org/drawingml/2006/main" prst="rect">
            <a:avLst/>
          </a:prstGeom>
        </p:spPr>
      </p:pic>
      <p:sp>
        <p:nvSpPr>
          <p:cNvPr id="2" name="DROIDS CODE">
            <a:extLst xmlns:a="http://schemas.openxmlformats.org/drawingml/2006/main">
              <a:ext uri="{FF2B5EF4-FFF2-40B4-BE49-F238E27FC236}">
                <a16:creationId xmlns:a16="http://schemas.microsoft.com/office/drawing/2014/main" id="{1154FDA6-3117-40B0-B477-E0B4F438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DROIDS CODE</a:t>
            </a:r>
          </a:p>
        </p:txBody>
      </p:sp>
      <p:sp>
        <p:nvSpPr>
          <p:cNvPr id="3" name="A Cota Cortada">
            <a:extLst xmlns:a="http://schemas.openxmlformats.org/drawingml/2006/main">
              <a:ext uri="{FF2B5EF4-FFF2-40B4-BE49-F238E27FC236}">
                <a16:creationId xmlns:a16="http://schemas.microsoft.com/office/drawing/2014/main" id="{1D425A14-1320-42EB-BFB9-356CB5D5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 Cota Cortada</a:t>
            </a:r>
          </a:p>
        </p:txBody>
      </p:sp>
      <p:sp>
        <p:nvSpPr>
          <p:cNvPr id="4" name="Uma história sobre aprender">
            <a:extLst xmlns:a="http://schemas.openxmlformats.org/drawingml/2006/main">
              <a:ext uri="{FF2B5EF4-FFF2-40B4-BE49-F238E27FC236}">
                <a16:creationId xmlns:a16="http://schemas.microsoft.com/office/drawing/2014/main" id="{A71265EC-E9D7-4E7C-B03A-6293224D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Uma história sobre aprender</a:t>
            </a:r>
          </a:p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consertar — e escolher</a:t>
            </a:r>
          </a:p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que deve mudar.</a:t>
            </a:r>
          </a:p>
        </p:txBody>
      </p:sp>
    </p:spTree>
    <p:extLst>
      <p:ext uri="{BB962C8B-B14F-4D97-AF65-F5344CB8AC3E}">
        <p14:creationId xmlns:p14="http://schemas.microsoft.com/office/powerpoint/2010/main" val="900015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2079 · Ferrovale">
            <a:extLst xmlns:a="http://schemas.openxmlformats.org/drawingml/2006/main">
              <a:ext uri="{FF2B5EF4-FFF2-40B4-BE49-F238E27FC236}">
                <a16:creationId xmlns:a16="http://schemas.microsoft.com/office/drawing/2014/main" id="{E991C978-6DEC-4E4E-8E27-2F0BEA8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2079 · Ferrovale</a:t>
            </a:r>
          </a:p>
        </p:txBody>
      </p:sp>
      <p:sp>
        <p:nvSpPr>
          <p:cNvPr id="2" name="Uma cidade de sucata. A sobrevivência passa pela água.">
            <a:extLst xmlns:a="http://schemas.openxmlformats.org/drawingml/2006/main">
              <a:ext uri="{FF2B5EF4-FFF2-40B4-BE49-F238E27FC236}">
                <a16:creationId xmlns:a16="http://schemas.microsoft.com/office/drawing/2014/main" id="{728E6602-A2A2-44FE-BDFE-965E30A0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Uma cidade de sucata. A sobrevivência passa pela água.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B3DFF-1816-4A19-B77A-52201EFB4D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9ee04bffd43bc"/>
          <a:stretch xmlns:a="http://schemas.openxmlformats.org/drawingml/2006/main"/>
        </p:blipFill>
        <p:spPr>
          <a:xfrm xmlns:a="http://schemas.openxmlformats.org/drawingml/2006/main">
            <a:off x="1524000" y="1476375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50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ip e Apollo">
            <a:extLst xmlns:a="http://schemas.openxmlformats.org/drawingml/2006/main">
              <a:ext uri="{FF2B5EF4-FFF2-40B4-BE49-F238E27FC236}">
                <a16:creationId xmlns:a16="http://schemas.microsoft.com/office/drawing/2014/main" id="{6607BEF9-ED0F-4872-8D5D-36D5D2F0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Lip e Apollo</a:t>
            </a:r>
          </a:p>
        </p:txBody>
      </p:sp>
      <p:sp>
        <p:nvSpPr>
          <p:cNvPr id="2" name="Sete anos de convivência">
            <a:extLst xmlns:a="http://schemas.openxmlformats.org/drawingml/2006/main">
              <a:ext uri="{FF2B5EF4-FFF2-40B4-BE49-F238E27FC236}">
                <a16:creationId xmlns:a16="http://schemas.microsoft.com/office/drawing/2014/main" id="{1866CF2D-5814-4178-94AA-09CFC4C6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Sete anos de convivência</a:t>
            </a:r>
          </a:p>
          <a:p xmlns:a="http://schemas.openxmlformats.org/drawingml/2006/main">
            <a: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transformaram sucata</a:t>
            </a:r>
          </a:p>
          <a:p xmlns:a="http://schemas.openxmlformats.org/drawingml/2006/main">
            <a: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em companhia.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02104-FFFE-47FA-8FE2-C23EFB00C9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06d90eea447c4"/>
          <a:stretch xmlns:a="http://schemas.openxmlformats.org/drawingml/2006/main"/>
        </p:blipFill>
        <p:spPr>
          <a:xfrm xmlns:a="http://schemas.openxmlformats.org/drawingml/2006/main">
            <a:off x="5905500" y="1714500"/>
            <a:ext cx="1809750" cy="2952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5437-32EC-435A-AC5B-F034FEC90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5422ef5aa4ead"/>
          <a:stretch xmlns:a="http://schemas.openxmlformats.org/drawingml/2006/main"/>
        </p:blipFill>
        <p:spPr>
          <a:xfrm xmlns:a="http://schemas.openxmlformats.org/drawingml/2006/main">
            <a:off x="9048750" y="1714500"/>
            <a:ext cx="1809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Lip">
            <a:extLst xmlns:a="http://schemas.openxmlformats.org/drawingml/2006/main">
              <a:ext uri="{FF2B5EF4-FFF2-40B4-BE49-F238E27FC236}">
                <a16:creationId xmlns:a16="http://schemas.microsoft.com/office/drawing/2014/main" id="{1FF058A5-485B-44A8-84F7-CCAF5AE5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Lip</a:t>
            </a:r>
          </a:p>
        </p:txBody>
      </p:sp>
      <p:sp>
        <p:nvSpPr>
          <p:cNvPr id="6" name="Apollo">
            <a:extLst xmlns:a="http://schemas.openxmlformats.org/drawingml/2006/main">
              <a:ext uri="{FF2B5EF4-FFF2-40B4-BE49-F238E27FC236}">
                <a16:creationId xmlns:a16="http://schemas.microsoft.com/office/drawing/2014/main" id="{296FA1B2-ACC8-43A1-B321-4B7639D6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95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Apollo</a:t>
            </a:r>
          </a:p>
        </p:txBody>
      </p:sp>
      <p:sp>
        <p:nvSpPr>
          <p:cNvPr id="7" name="Conserta máquinas.">
            <a:extLst xmlns:a="http://schemas.openxmlformats.org/drawingml/2006/main">
              <a:ext uri="{FF2B5EF4-FFF2-40B4-BE49-F238E27FC236}">
                <a16:creationId xmlns:a16="http://schemas.microsoft.com/office/drawing/2014/main" id="{56B998C5-6FB8-4616-AEBF-B94A9084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50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Conserta máquinas.</a:t>
            </a:r>
          </a:p>
        </p:txBody>
      </p:sp>
      <p:sp>
        <p:nvSpPr>
          <p:cNvPr id="8" name="Ensina a tentar.">
            <a:extLst xmlns:a="http://schemas.openxmlformats.org/drawingml/2006/main">
              <a:ext uri="{FF2B5EF4-FFF2-40B4-BE49-F238E27FC236}">
                <a16:creationId xmlns:a16="http://schemas.microsoft.com/office/drawing/2014/main" id="{FC359E21-054B-44F3-BFEC-DD0E552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Ensina a tentar.</a:t>
            </a:r>
          </a:p>
        </p:txBody>
      </p:sp>
    </p:spTree>
    <p:extLst>
      <p:ext uri="{BB962C8B-B14F-4D97-AF65-F5344CB8AC3E}">
        <p14:creationId xmlns:p14="http://schemas.microsoft.com/office/powerpoint/2010/main" val="892914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udo começa">
            <a:extLst xmlns:a="http://schemas.openxmlformats.org/drawingml/2006/main">
              <a:ext uri="{FF2B5EF4-FFF2-40B4-BE49-F238E27FC236}">
                <a16:creationId xmlns:a16="http://schemas.microsoft.com/office/drawing/2014/main" id="{908A9683-073D-4447-9F5F-35499A8B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857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Tudo começa</a:t>
            </a:r>
          </a:p>
          <a:p xmlns:a="http://schemas.openxmlformats.org/drawingml/2006/main">
            <a: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em casa</a:t>
            </a:r>
          </a:p>
        </p:txBody>
      </p:sp>
      <p:sp>
        <p:nvSpPr>
          <p:cNvPr id="2" name="Um gerador parado.">
            <a:extLst xmlns:a="http://schemas.openxmlformats.org/drawingml/2006/main">
              <a:ext uri="{FF2B5EF4-FFF2-40B4-BE49-F238E27FC236}">
                <a16:creationId xmlns:a16="http://schemas.microsoft.com/office/drawing/2014/main" id="{D8CC9B73-2770-4BE9-B56E-F26F3E5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 gerador parado.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 laço de código.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primeira água volta.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20386-F76C-4B04-97ED-A5CFE72AAF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fe357f2cc4c15"/>
          <a:stretch xmlns:a="http://schemas.openxmlformats.org/drawingml/2006/main"/>
        </p:blipFill>
        <p:spPr>
          <a:xfrm xmlns:a="http://schemas.openxmlformats.org/drawingml/2006/main">
            <a:off x="6043083" y="238125"/>
            <a:ext cx="4963583" cy="638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68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 cota cortada">
            <a:extLst xmlns:a="http://schemas.openxmlformats.org/drawingml/2006/main">
              <a:ext uri="{FF2B5EF4-FFF2-40B4-BE49-F238E27FC236}">
                <a16:creationId xmlns:a16="http://schemas.microsoft.com/office/drawing/2014/main" id="{828ADD9F-5F7D-4653-87AA-74B9DD8D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 cota cortada</a:t>
            </a:r>
          </a:p>
        </p:txBody>
      </p:sp>
      <p:sp>
        <p:nvSpPr>
          <p:cNvPr id="2" name="12 → 6 litros">
            <a:extLst xmlns:a="http://schemas.openxmlformats.org/drawingml/2006/main">
              <a:ext uri="{FF2B5EF4-FFF2-40B4-BE49-F238E27FC236}">
                <a16:creationId xmlns:a16="http://schemas.microsoft.com/office/drawing/2014/main" id="{712BC4EE-9331-462A-A7B2-B7EF7FB8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12 → 6 litros</a:t>
            </a:r>
          </a:p>
        </p:txBody>
      </p:sp>
      <p:sp>
        <p:nvSpPr>
          <p:cNvPr id="3" name="Por pessoa, por dia.">
            <a:extLst xmlns:a="http://schemas.openxmlformats.org/drawingml/2006/main">
              <a:ext uri="{FF2B5EF4-FFF2-40B4-BE49-F238E27FC236}">
                <a16:creationId xmlns:a16="http://schemas.microsoft.com/office/drawing/2014/main" id="{C6DD5AF1-D9DD-4D06-8D56-391EF7A7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Por pessoa, por dia.</a:t>
            </a:r>
          </a:p>
        </p:txBody>
      </p:sp>
      <p:sp>
        <p:nvSpPr>
          <p:cNvPr id="4" name="Dara espera na fila.">
            <a:extLst xmlns:a="http://schemas.openxmlformats.org/drawingml/2006/main">
              <a:ext uri="{FF2B5EF4-FFF2-40B4-BE49-F238E27FC236}">
                <a16:creationId xmlns:a16="http://schemas.microsoft.com/office/drawing/2014/main" id="{856E4459-4D11-4C53-8D27-F2695F74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Dara espera na fila.</a:t>
            </a:r>
          </a:p>
          <a:p xmlns:a="http://schemas.openxmlformats.org/drawingml/2006/main">
            <a: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Lip começa a fazer perguntas.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693F9-9E03-4EC6-8F6D-09A0A2CB1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d2718876449e4"/>
          <a:stretch xmlns:a="http://schemas.openxmlformats.org/drawingml/2006/main"/>
        </p:blipFill>
        <p:spPr>
          <a:xfrm xmlns:a="http://schemas.openxmlformats.org/drawingml/2006/main">
            <a:off x="6405563" y="2047875"/>
            <a:ext cx="1666875" cy="2857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5A538-B3FE-4C33-BA7E-4D08E0D16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cce0189814e0a"/>
          <a:stretch xmlns:a="http://schemas.openxmlformats.org/drawingml/2006/main"/>
        </p:blipFill>
        <p:spPr>
          <a:xfrm xmlns:a="http://schemas.openxmlformats.org/drawingml/2006/main">
            <a:off x="9258300" y="2047875"/>
            <a:ext cx="16764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Dara">
            <a:extLst xmlns:a="http://schemas.openxmlformats.org/drawingml/2006/main">
              <a:ext uri="{FF2B5EF4-FFF2-40B4-BE49-F238E27FC236}">
                <a16:creationId xmlns:a16="http://schemas.microsoft.com/office/drawing/2014/main" id="{67F5E9F3-8B9A-4C2A-8E5B-083A7D1A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Dara</a:t>
            </a:r>
          </a:p>
        </p:txBody>
      </p:sp>
      <p:sp>
        <p:nvSpPr>
          <p:cNvPr id="8" name="Homem da fila">
            <a:extLst xmlns:a="http://schemas.openxmlformats.org/drawingml/2006/main">
              <a:ext uri="{FF2B5EF4-FFF2-40B4-BE49-F238E27FC236}">
                <a16:creationId xmlns:a16="http://schemas.microsoft.com/office/drawing/2014/main" id="{E60D883A-FDA3-441E-B337-40903B2E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34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Homem da fila</a:t>
            </a:r>
          </a:p>
        </p:txBody>
      </p:sp>
    </p:spTree>
    <p:extLst>
      <p:ext uri="{BB962C8B-B14F-4D97-AF65-F5344CB8AC3E}">
        <p14:creationId xmlns:p14="http://schemas.microsoft.com/office/powerpoint/2010/main" val="1060696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Uma cidade, várias versões">
            <a:extLst xmlns:a="http://schemas.openxmlformats.org/drawingml/2006/main">
              <a:ext uri="{FF2B5EF4-FFF2-40B4-BE49-F238E27FC236}">
                <a16:creationId xmlns:a16="http://schemas.microsoft.com/office/drawing/2014/main" id="{CE062D9A-52CB-491D-A1BC-EDE8825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Uma cidade, várias versões</a:t>
            </a:r>
          </a:p>
        </p:txBody>
      </p:sp>
      <p:sp>
        <p:nvSpPr>
          <p:cNvPr id="2" name="Ouvir os moradores é parte da investigação.">
            <a:extLst xmlns:a="http://schemas.openxmlformats.org/drawingml/2006/main">
              <a:ext uri="{FF2B5EF4-FFF2-40B4-BE49-F238E27FC236}">
                <a16:creationId xmlns:a16="http://schemas.microsoft.com/office/drawing/2014/main" id="{F012A2BA-26E3-491A-B846-50917840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Ouvir os moradores é parte da investigação.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8D26E-C27B-4F28-BA71-3E11E051B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b8b7f3ccc42aa"/>
          <a:stretch xmlns:a="http://schemas.openxmlformats.org/drawingml/2006/main"/>
        </p:blipFill>
        <p:spPr>
          <a:xfrm xmlns:a="http://schemas.openxmlformats.org/drawingml/2006/main">
            <a:off x="1524000" y="1476375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79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ravessia da Cratera">
            <a:extLst xmlns:a="http://schemas.openxmlformats.org/drawingml/2006/main">
              <a:ext uri="{FF2B5EF4-FFF2-40B4-BE49-F238E27FC236}">
                <a16:creationId xmlns:a16="http://schemas.microsoft.com/office/drawing/2014/main" id="{F0A0A006-EC1B-4E35-8EAF-425C7BB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 travessia da Cratera</a:t>
            </a:r>
          </a:p>
        </p:txBody>
      </p:sp>
      <p:sp>
        <p:nvSpPr>
          <p:cNvPr id="2" name="Ruínas de cidades. Máquinas hostis. O caminho até a Estação 7.">
            <a:extLst xmlns:a="http://schemas.openxmlformats.org/drawingml/2006/main">
              <a:ext uri="{FF2B5EF4-FFF2-40B4-BE49-F238E27FC236}">
                <a16:creationId xmlns:a16="http://schemas.microsoft.com/office/drawing/2014/main" id="{5F717300-29CB-47F2-88E5-F4DF97B6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Ruínas de cidades. Máquinas hostis. O caminho até a Estação 7.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7B64A-5923-4FE3-8AF9-54432CBC7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ec0928d604cf0"/>
          <a:stretch xmlns:a="http://schemas.openxmlformats.org/drawingml/2006/main"/>
        </p:blipFill>
        <p:spPr>
          <a:xfrm xmlns:a="http://schemas.openxmlformats.org/drawingml/2006/main">
            <a:off x="1595438" y="1476375"/>
            <a:ext cx="900112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45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rês caminhos">
            <a:extLst xmlns:a="http://schemas.openxmlformats.org/drawingml/2006/main">
              <a:ext uri="{FF2B5EF4-FFF2-40B4-BE49-F238E27FC236}">
                <a16:creationId xmlns:a16="http://schemas.microsoft.com/office/drawing/2014/main" id="{6664EE19-0CE8-418A-9486-179A3C6B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Três caminhos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2C648-099E-4867-BD43-001B560792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00e8d31f348e3"/>
          <a:stretch xmlns:a="http://schemas.openxmlformats.org/drawingml/2006/main"/>
        </p:blipFill>
        <p:spPr>
          <a:xfrm xmlns:a="http://schemas.openxmlformats.org/drawingml/2006/main">
            <a:off x="2000250" y="1381125"/>
            <a:ext cx="1333500" cy="2286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DF05D-24E6-403C-B765-675CB8F93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317fe340545a8"/>
          <a:stretch xmlns:a="http://schemas.openxmlformats.org/drawingml/2006/main"/>
        </p:blipFill>
        <p:spPr>
          <a:xfrm xmlns:a="http://schemas.openxmlformats.org/drawingml/2006/main">
            <a:off x="7762875" y="1381125"/>
            <a:ext cx="1428750" cy="2286000"/>
          </a:xfrm>
          <a:prstGeom xmlns:a="http://schemas.openxmlformats.org/drawingml/2006/main" prst="rect">
            <a:avLst/>
          </a:prstGeom>
        </p:spPr>
      </p:pic>
      <p:sp>
        <p:nvSpPr>
          <p:cNvPr id="4" name="Flor de Ferro">
            <a:extLst xmlns:a="http://schemas.openxmlformats.org/drawingml/2006/main">
              <a:ext uri="{FF2B5EF4-FFF2-40B4-BE49-F238E27FC236}">
                <a16:creationId xmlns:a16="http://schemas.microsoft.com/office/drawing/2014/main" id="{F7986AE8-377D-4127-A7A7-1811F482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Flor de Ferro</a:t>
            </a:r>
          </a:p>
        </p:txBody>
      </p:sp>
      <p:sp>
        <p:nvSpPr>
          <p:cNvPr id="5" name="Rasha propõe enfrentar.">
            <a:extLst xmlns:a="http://schemas.openxmlformats.org/drawingml/2006/main">
              <a:ext uri="{FF2B5EF4-FFF2-40B4-BE49-F238E27FC236}">
                <a16:creationId xmlns:a16="http://schemas.microsoft.com/office/drawing/2014/main" id="{D06FC8DC-105A-4EBE-8B50-A96EF9DC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Rasha propõe enfrentar.</a:t>
            </a:r>
          </a:p>
        </p:txBody>
      </p:sp>
      <p:sp>
        <p:nvSpPr>
          <p:cNvPr id="6" name="Lótus Branca">
            <a:extLst xmlns:a="http://schemas.openxmlformats.org/drawingml/2006/main">
              <a:ext uri="{FF2B5EF4-FFF2-40B4-BE49-F238E27FC236}">
                <a16:creationId xmlns:a16="http://schemas.microsoft.com/office/drawing/2014/main" id="{0098CA5F-9517-4DB5-9575-D18B2768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Lótus Branca</a:t>
            </a:r>
          </a:p>
        </p:txBody>
      </p:sp>
      <p:sp>
        <p:nvSpPr>
          <p:cNvPr id="7" name="Teodoro propõe negociar.">
            <a:extLst xmlns:a="http://schemas.openxmlformats.org/drawingml/2006/main">
              <a:ext uri="{FF2B5EF4-FFF2-40B4-BE49-F238E27FC236}">
                <a16:creationId xmlns:a16="http://schemas.microsoft.com/office/drawing/2014/main" id="{4F467906-D707-4DBB-8722-2454AC48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Teodoro propõe negociar.</a:t>
            </a:r>
          </a:p>
        </p:txBody>
      </p:sp>
      <p:sp>
        <p:nvSpPr>
          <p:cNvPr id="8" name="Desgarrado · seguir sem facção, assumindo o próprio caminho.">
            <a:extLst xmlns:a="http://schemas.openxmlformats.org/drawingml/2006/main">
              <a:ext uri="{FF2B5EF4-FFF2-40B4-BE49-F238E27FC236}">
                <a16:creationId xmlns:a16="http://schemas.microsoft.com/office/drawing/2014/main" id="{E7794AD0-6FBF-4AE9-BC72-4DE49AF1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Desgarrado · seguir sem facção, assumindo o próprio caminho.</a:t>
            </a:r>
          </a:p>
        </p:txBody>
      </p:sp>
    </p:spTree>
    <p:extLst>
      <p:ext uri="{BB962C8B-B14F-4D97-AF65-F5344CB8AC3E}">
        <p14:creationId xmlns:p14="http://schemas.microsoft.com/office/powerpoint/2010/main" val="1926474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Ivo Rangel">
            <a:extLst xmlns:a="http://schemas.openxmlformats.org/drawingml/2006/main">
              <a:ext uri="{FF2B5EF4-FFF2-40B4-BE49-F238E27FC236}">
                <a16:creationId xmlns:a16="http://schemas.microsoft.com/office/drawing/2014/main" id="{3173B093-5E5C-499F-9AC8-D26ABF00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Ivo Rangel</a:t>
            </a:r>
          </a:p>
        </p:txBody>
      </p:sp>
      <p:sp>
        <p:nvSpPr>
          <p:cNvPr id="2" name="O técnico da estação">
            <a:extLst xmlns:a="http://schemas.openxmlformats.org/drawingml/2006/main">
              <a:ext uri="{FF2B5EF4-FFF2-40B4-BE49-F238E27FC236}">
                <a16:creationId xmlns:a16="http://schemas.microsoft.com/office/drawing/2014/main" id="{44FC08E0-37C3-4602-8BD5-92A4500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técnico da estação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tenta negociar com a Apex.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Seu desespero vira conflito.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E63BE-6478-4710-A667-BCEE82470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05241046f4bd2"/>
          <a:stretch xmlns:a="http://schemas.openxmlformats.org/drawingml/2006/main"/>
        </p:blipFill>
        <p:spPr>
          <a:xfrm xmlns:a="http://schemas.openxmlformats.org/drawingml/2006/main">
            <a:off x="1909763" y="3095625"/>
            <a:ext cx="1609725" cy="25241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2362B-E474-4E2B-879C-603D08C2E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4097154a1426b"/>
          <a:stretch xmlns:a="http://schemas.openxmlformats.org/drawingml/2006/main"/>
        </p:blipFill>
        <p:spPr>
          <a:xfrm xmlns:a="http://schemas.openxmlformats.org/drawingml/2006/main">
            <a:off x="5334000" y="2286000"/>
            <a:ext cx="62865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0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ma vitória que deixa marcas">
            <a:extLst xmlns:a="http://schemas.openxmlformats.org/drawingml/2006/main">
              <a:ext uri="{FF2B5EF4-FFF2-40B4-BE49-F238E27FC236}">
                <a16:creationId xmlns:a16="http://schemas.microsoft.com/office/drawing/2014/main" id="{A428D67C-0601-42F5-845C-9FD0B65A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Uma vitória que deixa marcas</a:t>
            </a:r>
          </a:p>
        </p:txBody>
      </p:sp>
      <p:sp>
        <p:nvSpPr>
          <p:cNvPr id="2" name="A água volta.">
            <a:extLst xmlns:a="http://schemas.openxmlformats.org/drawingml/2006/main">
              <a:ext uri="{FF2B5EF4-FFF2-40B4-BE49-F238E27FC236}">
                <a16:creationId xmlns:a16="http://schemas.microsoft.com/office/drawing/2014/main" id="{A61B0A7C-59DA-40D4-9296-573EB48A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600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 água volta.</a:t>
            </a:r>
          </a:p>
        </p:txBody>
      </p:sp>
      <p:sp>
        <p:nvSpPr>
          <p:cNvPr id="3" name="Apollo perde as gravações">
            <a:extLst xmlns:a="http://schemas.openxmlformats.org/drawingml/2006/main">
              <a:ext uri="{FF2B5EF4-FFF2-40B4-BE49-F238E27FC236}">
                <a16:creationId xmlns:a16="http://schemas.microsoft.com/office/drawing/2014/main" id="{DE4A0E1A-78FE-4F2D-BDB5-CBE2460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Apollo perde as gravações</a:t>
            </a:r>
          </a:p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da voz da mãe de Lip.</a:t>
            </a:r>
          </a:p>
        </p:txBody>
      </p:sp>
      <p:sp>
        <p:nvSpPr>
          <p:cNvPr id="4" name="Quirino conserta a perna do Apollo.">
            <a:extLst xmlns:a="http://schemas.openxmlformats.org/drawingml/2006/main">
              <a:ext uri="{FF2B5EF4-FFF2-40B4-BE49-F238E27FC236}">
                <a16:creationId xmlns:a16="http://schemas.microsoft.com/office/drawing/2014/main" id="{F1376AE6-8B0F-4575-8617-415B034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Quirino conserta a perna do Apollo.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Há alegria — e há perda.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90BE0-BE86-46E7-9D79-1653902D5C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e830660784024"/>
          <a:stretch xmlns:a="http://schemas.openxmlformats.org/drawingml/2006/main"/>
        </p:blipFill>
        <p:spPr>
          <a:xfrm xmlns:a="http://schemas.openxmlformats.org/drawingml/2006/main">
            <a:off x="8567738" y="2095500"/>
            <a:ext cx="2009775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59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 oferta da Apex">
            <a:extLst xmlns:a="http://schemas.openxmlformats.org/drawingml/2006/main">
              <a:ext uri="{FF2B5EF4-FFF2-40B4-BE49-F238E27FC236}">
                <a16:creationId xmlns:a16="http://schemas.microsoft.com/office/drawing/2014/main" id="{166C15C8-BDD7-4368-9A03-A075B8A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 oferta da Apex</a:t>
            </a:r>
          </a:p>
        </p:txBody>
      </p:sp>
      <p:sp>
        <p:nvSpPr>
          <p:cNvPr id="2" name="18 litros por pessoa.">
            <a:extLst xmlns:a="http://schemas.openxmlformats.org/drawingml/2006/main">
              <a:ext uri="{FF2B5EF4-FFF2-40B4-BE49-F238E27FC236}">
                <a16:creationId xmlns:a16="http://schemas.microsoft.com/office/drawing/2014/main" id="{B4A4F370-8451-46F7-B6AD-E6FE370E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18 litros por pessoa.</a:t>
            </a:r>
          </a:p>
        </p:txBody>
      </p:sp>
      <p:sp>
        <p:nvSpPr>
          <p:cNvPr id="3" name="Em troca: o censo e a entrega">
            <a:extLst xmlns:a="http://schemas.openxmlformats.org/drawingml/2006/main">
              <a:ext uri="{FF2B5EF4-FFF2-40B4-BE49-F238E27FC236}">
                <a16:creationId xmlns:a16="http://schemas.microsoft.com/office/drawing/2014/main" id="{A7E028E4-8204-42D0-A42C-D2256619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7334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Em troca: o censo e a entrega</a:t>
            </a:r>
          </a:p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dos droids não registrados.</a:t>
            </a:r>
          </a:p>
        </p:txBody>
      </p:sp>
      <p:sp>
        <p:nvSpPr>
          <p:cNvPr id="4" name="Nadir cumpre o que promete.">
            <a:extLst xmlns:a="http://schemas.openxmlformats.org/drawingml/2006/main">
              <a:ext uri="{FF2B5EF4-FFF2-40B4-BE49-F238E27FC236}">
                <a16:creationId xmlns:a16="http://schemas.microsoft.com/office/drawing/2014/main" id="{828A654D-ED7D-416A-94CC-A2525280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Nadir cumpre o que promete.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conflito está no preço.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95B7D-2BF1-40F0-9FB4-73A9EA05C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ee33d49ce4942"/>
          <a:stretch xmlns:a="http://schemas.openxmlformats.org/drawingml/2006/main"/>
        </p:blipFill>
        <p:spPr>
          <a:xfrm xmlns:a="http://schemas.openxmlformats.org/drawingml/2006/main">
            <a:off x="9134475" y="2333625"/>
            <a:ext cx="15430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56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s três atos">
            <a:extLst xmlns:a="http://schemas.openxmlformats.org/drawingml/2006/main">
              <a:ext uri="{FF2B5EF4-FFF2-40B4-BE49-F238E27FC236}">
                <a16:creationId xmlns:a16="http://schemas.microsoft.com/office/drawing/2014/main" id="{92E66CFA-CF6F-4052-A3D7-749177A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Os três atos</a:t>
            </a:r>
          </a:p>
        </p:txBody>
      </p:sp>
      <p:sp>
        <p:nvSpPr>
          <p:cNvPr id="2" name="ATO 1">
            <a:extLst xmlns:a="http://schemas.openxmlformats.org/drawingml/2006/main">
              <a:ext uri="{FF2B5EF4-FFF2-40B4-BE49-F238E27FC236}">
                <a16:creationId xmlns:a16="http://schemas.microsoft.com/office/drawing/2014/main" id="{2A2F84DF-4248-481F-9ED9-B2EE9E6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ATO 1</a:t>
            </a:r>
          </a:p>
        </p:txBody>
      </p:sp>
      <p:sp>
        <p:nvSpPr>
          <p:cNvPr id="3" name="Posso consertar?">
            <a:extLst xmlns:a="http://schemas.openxmlformats.org/drawingml/2006/main">
              <a:ext uri="{FF2B5EF4-FFF2-40B4-BE49-F238E27FC236}">
                <a16:creationId xmlns:a16="http://schemas.microsoft.com/office/drawing/2014/main" id="{AAFA0CED-064A-40AB-B62C-C3C0D5FC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Posso consertar?</a:t>
            </a:r>
          </a:p>
        </p:txBody>
      </p:sp>
      <p:sp>
        <p:nvSpPr>
          <p:cNvPr id="4" name="A água de uma cidade.">
            <a:extLst xmlns:a="http://schemas.openxmlformats.org/drawingml/2006/main">
              <a:ext uri="{FF2B5EF4-FFF2-40B4-BE49-F238E27FC236}">
                <a16:creationId xmlns:a16="http://schemas.microsoft.com/office/drawing/2014/main" id="{A08E57B0-F714-4A54-88B2-67CC13BD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água de uma cidade.</a:t>
            </a:r>
          </a:p>
        </p:txBody>
      </p:sp>
      <p:sp>
        <p:nvSpPr>
          <p:cNvPr id="5" name="O erro é informação.">
            <a:extLst xmlns:a="http://schemas.openxmlformats.org/drawingml/2006/main">
              <a:ext uri="{FF2B5EF4-FFF2-40B4-BE49-F238E27FC236}">
                <a16:creationId xmlns:a16="http://schemas.microsoft.com/office/drawing/2014/main" id="{0A46CD92-A7AC-4A75-839A-FA540214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O erro é informação.</a:t>
            </a:r>
          </a:p>
        </p:txBody>
      </p:sp>
      <p:sp>
        <p:nvSpPr>
          <p:cNvPr id="6" name="ATO 2">
            <a:extLst xmlns:a="http://schemas.openxmlformats.org/drawingml/2006/main">
              <a:ext uri="{FF2B5EF4-FFF2-40B4-BE49-F238E27FC236}">
                <a16:creationId xmlns:a16="http://schemas.microsoft.com/office/drawing/2014/main" id="{CCC77C1A-01E8-425B-9663-424BDA9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383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ATO 2</a:t>
            </a:r>
          </a:p>
        </p:txBody>
      </p:sp>
      <p:sp>
        <p:nvSpPr>
          <p:cNvPr id="7" name="Quem me escreveu?">
            <a:extLst xmlns:a="http://schemas.openxmlformats.org/drawingml/2006/main">
              <a:ext uri="{FF2B5EF4-FFF2-40B4-BE49-F238E27FC236}">
                <a16:creationId xmlns:a16="http://schemas.microsoft.com/office/drawing/2014/main" id="{3678C424-2B2E-4A9E-9E65-E3A3B61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Quem me escreveu?</a:t>
            </a:r>
          </a:p>
        </p:txBody>
      </p:sp>
      <p:sp>
        <p:nvSpPr>
          <p:cNvPr id="8" name="A origem de Apollo.">
            <a:extLst xmlns:a="http://schemas.openxmlformats.org/drawingml/2006/main">
              <a:ext uri="{FF2B5EF4-FFF2-40B4-BE49-F238E27FC236}">
                <a16:creationId xmlns:a16="http://schemas.microsoft.com/office/drawing/2014/main" id="{F1EEED18-3ACD-4CDC-97CD-08BFD3D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95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origem de Apollo.</a:t>
            </a:r>
          </a:p>
        </p:txBody>
      </p:sp>
      <p:sp>
        <p:nvSpPr>
          <p:cNvPr id="9" name="O histórico de versões.">
            <a:extLst xmlns:a="http://schemas.openxmlformats.org/drawingml/2006/main">
              <a:ext uri="{FF2B5EF4-FFF2-40B4-BE49-F238E27FC236}">
                <a16:creationId xmlns:a16="http://schemas.microsoft.com/office/drawing/2014/main" id="{748E6925-0386-4DC6-A00C-A5249E3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86375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O histórico de versões.</a:t>
            </a:r>
          </a:p>
        </p:txBody>
      </p:sp>
      <p:sp>
        <p:nvSpPr>
          <p:cNvPr id="10" name="ATO 3">
            <a:extLst xmlns:a="http://schemas.openxmlformats.org/drawingml/2006/main">
              <a:ext uri="{FF2B5EF4-FFF2-40B4-BE49-F238E27FC236}">
                <a16:creationId xmlns:a16="http://schemas.microsoft.com/office/drawing/2014/main" id="{26C881D8-8BFC-474D-B429-9F759CE2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ATO 3</a:t>
            </a:r>
          </a:p>
        </p:txBody>
      </p:sp>
      <p:sp>
        <p:nvSpPr>
          <p:cNvPr id="11" name="Quem eu escrevo?">
            <a:extLst xmlns:a="http://schemas.openxmlformats.org/drawingml/2006/main">
              <a:ext uri="{FF2B5EF4-FFF2-40B4-BE49-F238E27FC236}">
                <a16:creationId xmlns:a16="http://schemas.microsoft.com/office/drawing/2014/main" id="{97FA922D-4AD6-4FE1-896A-DCC02FCF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Quem eu escrevo?</a:t>
            </a:r>
          </a:p>
        </p:txBody>
      </p:sp>
      <p:sp>
        <p:nvSpPr>
          <p:cNvPr id="12" name="A regra de um sistema.">
            <a:extLst xmlns:a="http://schemas.openxmlformats.org/drawingml/2006/main">
              <a:ext uri="{FF2B5EF4-FFF2-40B4-BE49-F238E27FC236}">
                <a16:creationId xmlns:a16="http://schemas.microsoft.com/office/drawing/2014/main" id="{3DC0F641-7B9E-479B-B6E9-CE04FAE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95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regra de um sistema.</a:t>
            </a:r>
          </a:p>
        </p:txBody>
      </p:sp>
      <p:sp>
        <p:nvSpPr>
          <p:cNvPr id="13" name="Leia o meu erro.">
            <a:extLst xmlns:a="http://schemas.openxmlformats.org/drawingml/2006/main">
              <a:ext uri="{FF2B5EF4-FFF2-40B4-BE49-F238E27FC236}">
                <a16:creationId xmlns:a16="http://schemas.microsoft.com/office/drawing/2014/main" id="{6CADDA33-2D60-456F-93C8-23A24E20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86375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Leia o meu erro.</a:t>
            </a:r>
          </a:p>
        </p:txBody>
      </p:sp>
      <p:sp>
        <p:nvSpPr>
          <p:cNvPr id="14" name="Arco narrativo planejado">
            <a:extLst xmlns:a="http://schemas.openxmlformats.org/drawingml/2006/main">
              <a:ext uri="{FF2B5EF4-FFF2-40B4-BE49-F238E27FC236}">
                <a16:creationId xmlns:a16="http://schemas.microsoft.com/office/drawing/2014/main" id="{CA6BABF1-4FDD-44B5-83D4-51564E45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Arco narrativo planejado</a:t>
            </a:r>
          </a:p>
        </p:txBody>
      </p:sp>
    </p:spTree>
    <p:extLst>
      <p:ext uri="{BB962C8B-B14F-4D97-AF65-F5344CB8AC3E}">
        <p14:creationId xmlns:p14="http://schemas.microsoft.com/office/powerpoint/2010/main" val="1848323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prender">
            <a:extLst xmlns:a="http://schemas.openxmlformats.org/drawingml/2006/main">
              <a:ext uri="{FF2B5EF4-FFF2-40B4-BE49-F238E27FC236}">
                <a16:creationId xmlns:a16="http://schemas.microsoft.com/office/drawing/2014/main" id="{1E7515B7-3B4D-4B61-BBFF-8F2FCE6F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Aprender</a:t>
            </a:r>
          </a:p>
          <a:p xmlns:a="http://schemas.openxmlformats.org/drawingml/2006/main">
            <a: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também é jogar</a:t>
            </a:r>
          </a:p>
        </p:txBody>
      </p:sp>
      <p:sp>
        <p:nvSpPr>
          <p:cNvPr id="2" name="Escrever. Testar. Rever.">
            <a:extLst xmlns:a="http://schemas.openxmlformats.org/drawingml/2006/main">
              <a:ext uri="{FF2B5EF4-FFF2-40B4-BE49-F238E27FC236}">
                <a16:creationId xmlns:a16="http://schemas.microsoft.com/office/drawing/2014/main" id="{A07CAD1C-9645-4FAB-B976-E827BA9F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Escrever. Testar. Rever.</a:t>
            </a:r>
          </a:p>
        </p:txBody>
      </p:sp>
      <p:sp>
        <p:nvSpPr>
          <p:cNvPr id="3" name="Apollo ajuda a entender o erro.">
            <a:extLst xmlns:a="http://schemas.openxmlformats.org/drawingml/2006/main">
              <a:ext uri="{FF2B5EF4-FFF2-40B4-BE49-F238E27FC236}">
                <a16:creationId xmlns:a16="http://schemas.microsoft.com/office/drawing/2014/main" id="{D848473C-5FC1-42E1-B1C6-B97DB1A5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Apollo ajuda a entender o erro.</a:t>
            </a:r>
          </a:p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jogador tenta outra vez.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89451-991F-421B-874E-DDC3DEF6F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7fb6a67814389"/>
          <a:stretch xmlns:a="http://schemas.openxmlformats.org/drawingml/2006/main"/>
        </p:blipFill>
        <p:spPr>
          <a:xfrm xmlns:a="http://schemas.openxmlformats.org/drawingml/2006/main">
            <a:off x="5325121" y="285750"/>
            <a:ext cx="6304258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250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reparar Apollo para seguir">
            <a:extLst xmlns:a="http://schemas.openxmlformats.org/drawingml/2006/main">
              <a:ext uri="{FF2B5EF4-FFF2-40B4-BE49-F238E27FC236}">
                <a16:creationId xmlns:a16="http://schemas.microsoft.com/office/drawing/2014/main" id="{3243E895-1BD3-41EE-8FFA-71A415D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Preparar Apollo para seguir</a:t>
            </a:r>
          </a:p>
        </p:txBody>
      </p:sp>
      <p:sp>
        <p:nvSpPr>
          <p:cNvPr id="2" name="Peças e técnicas dão forma ao companheiro de viagem.">
            <a:extLst xmlns:a="http://schemas.openxmlformats.org/drawingml/2006/main">
              <a:ext uri="{FF2B5EF4-FFF2-40B4-BE49-F238E27FC236}">
                <a16:creationId xmlns:a16="http://schemas.microsoft.com/office/drawing/2014/main" id="{A8AF5590-499F-4AB5-A371-92605E8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Peças e técnicas dão forma ao companheiro de viagem.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64689-C47D-4A9F-A9FE-AC6D5EE7C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cb569d8694cb8"/>
          <a:stretch xmlns:a="http://schemas.openxmlformats.org/drawingml/2006/main"/>
        </p:blipFill>
        <p:spPr>
          <a:xfrm xmlns:a="http://schemas.openxmlformats.org/drawingml/2006/main">
            <a:off x="2285168" y="1476375"/>
            <a:ext cx="7621664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626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EM ESCREVE QUEM">
            <a:extLst xmlns:a="http://schemas.openxmlformats.org/drawingml/2006/main">
              <a:ext uri="{FF2B5EF4-FFF2-40B4-BE49-F238E27FC236}">
                <a16:creationId xmlns:a16="http://schemas.microsoft.com/office/drawing/2014/main" id="{0D45FFA4-335F-43DE-8587-F709887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3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QUEM ESCREVE QUEM</a:t>
            </a:r>
          </a:p>
        </p:txBody>
      </p:sp>
      <p:sp>
        <p:nvSpPr>
          <p:cNvPr id="2" name="O erro é informação">
            <a:extLst xmlns:a="http://schemas.openxmlformats.org/drawingml/2006/main">
              <a:ext uri="{FF2B5EF4-FFF2-40B4-BE49-F238E27FC236}">
                <a16:creationId xmlns:a16="http://schemas.microsoft.com/office/drawing/2014/main" id="{C8CFDB73-EFF8-421E-B6EC-00F07219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40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502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O erro é informação</a:t>
            </a:r>
          </a:p>
        </p:txBody>
      </p:sp>
      <p:sp>
        <p:nvSpPr>
          <p:cNvPr id="3" name="O que fazemos depois dele">
            <a:extLst xmlns:a="http://schemas.openxmlformats.org/drawingml/2006/main">
              <a:ext uri="{FF2B5EF4-FFF2-40B4-BE49-F238E27FC236}">
                <a16:creationId xmlns:a16="http://schemas.microsoft.com/office/drawing/2014/main" id="{571E5404-274A-4F54-B58A-D4E47CFA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36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que fazemos depois dele</a:t>
            </a:r>
          </a:p>
          <a:p xmlns:a="http://schemas.openxmlformats.org/drawingml/2006/main">
            <a: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36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é uma escolha.</a:t>
            </a:r>
          </a:p>
        </p:txBody>
      </p:sp>
      <p:sp>
        <p:nvSpPr>
          <p:cNvPr id="4" name="Droids Code · Enredo e universo">
            <a:extLst xmlns:a="http://schemas.openxmlformats.org/drawingml/2006/main">
              <a:ext uri="{FF2B5EF4-FFF2-40B4-BE49-F238E27FC236}">
                <a16:creationId xmlns:a16="http://schemas.microsoft.com/office/drawing/2014/main" id="{EACBDE09-A04E-40A5-A156-4F44A7D5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Droids Code · Enredo e universo</a:t>
            </a:r>
          </a:p>
        </p:txBody>
      </p:sp>
    </p:spTree>
    <p:extLst>
      <p:ext uri="{BB962C8B-B14F-4D97-AF65-F5344CB8AC3E}">
        <p14:creationId xmlns:p14="http://schemas.microsoft.com/office/powerpoint/2010/main" val="646285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2026-10-24T10:28:35.1980000Z</dcterms:created>
  <dcterms:modified xsi:type="dcterms:W3CDTF">2026-10-24T10:28:35.1980000Z</dcterms:modified>
</coreProperties>
</file>