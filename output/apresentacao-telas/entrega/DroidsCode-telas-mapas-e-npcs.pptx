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e8150076be40af" /><Relationship Type="http://schemas.openxmlformats.org/officeDocument/2006/relationships/extended-properties" Target="/docProps/app.xml" Id="Rf3d09eb04b234ac8" /><Relationship Type="http://schemas.openxmlformats.org/officeDocument/2006/relationships/officeDocument" Target="/ppt/presentation.xml" Id="R92bfcedcad8a46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7c0e4830041ba"/>
  </p:sldMasterIdLst>
  <p:notesMasterIdLst>
    <p:notesMasterId xmlns:r="http://schemas.openxmlformats.org/officeDocument/2006/relationships" r:id="R1a7067f15e34469f"/>
  </p:notesMasterIdLst>
  <p:sldIdLst>
    <p:sldId xmlns:r="http://schemas.openxmlformats.org/officeDocument/2006/relationships" id="256" r:id="R488112fe73904751"/>
    <p:sldId xmlns:r="http://schemas.openxmlformats.org/officeDocument/2006/relationships" id="257" r:id="R5b11cfe799834843"/>
    <p:sldId xmlns:r="http://schemas.openxmlformats.org/officeDocument/2006/relationships" id="258" r:id="Rc89877fc02464a7a"/>
    <p:sldId xmlns:r="http://schemas.openxmlformats.org/officeDocument/2006/relationships" id="259" r:id="R7672ec22588f42bd"/>
    <p:sldId xmlns:r="http://schemas.openxmlformats.org/officeDocument/2006/relationships" id="260" r:id="R5b003fbf29644687"/>
    <p:sldId xmlns:r="http://schemas.openxmlformats.org/officeDocument/2006/relationships" id="261" r:id="Rabf073b68405480c"/>
    <p:sldId xmlns:r="http://schemas.openxmlformats.org/officeDocument/2006/relationships" id="262" r:id="R469f336ba1e64302"/>
    <p:sldId xmlns:r="http://schemas.openxmlformats.org/officeDocument/2006/relationships" id="263" r:id="R5fede0b96e974714"/>
    <p:sldId xmlns:r="http://schemas.openxmlformats.org/officeDocument/2006/relationships" id="264" r:id="R4719d63d40164f29"/>
    <p:sldId xmlns:r="http://schemas.openxmlformats.org/officeDocument/2006/relationships" id="265" r:id="R73bd26427c184b2a"/>
    <p:sldId xmlns:r="http://schemas.openxmlformats.org/officeDocument/2006/relationships" id="266" r:id="R08727014767a4f64"/>
    <p:sldId xmlns:r="http://schemas.openxmlformats.org/officeDocument/2006/relationships" id="267" r:id="R524fe1f34c6a4a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ee1f47627d43a8" /><Relationship Type="http://schemas.openxmlformats.org/officeDocument/2006/relationships/slideMaster" Target="/ppt/slideMasters/slideMaster1.xml" Id="R84d7c0e4830041ba" /><Relationship Type="http://schemas.openxmlformats.org/officeDocument/2006/relationships/notesMaster" Target="/ppt/notesMasters/notesMaster1.xml" Id="R1a7067f15e34469f" /><Relationship Type="http://schemas.openxmlformats.org/officeDocument/2006/relationships/presProps" Target="/ppt/presProps.xml" Id="R0e81bc8b1bdc4b0a" /><Relationship Type="http://schemas.openxmlformats.org/officeDocument/2006/relationships/tableStyles" Target="/ppt/tableStyles.xml" Id="R1791f455a4f743ac" /><Relationship Type="http://schemas.openxmlformats.org/officeDocument/2006/relationships/slide" Target="/ppt/slides/slide1.xml" Id="R488112fe73904751" /><Relationship Type="http://schemas.openxmlformats.org/officeDocument/2006/relationships/slide" Target="/ppt/slides/slide2.xml" Id="R5b11cfe799834843" /><Relationship Type="http://schemas.openxmlformats.org/officeDocument/2006/relationships/slide" Target="/ppt/slides/slide3.xml" Id="Rc89877fc02464a7a" /><Relationship Type="http://schemas.openxmlformats.org/officeDocument/2006/relationships/slide" Target="/ppt/slides/slide4.xml" Id="R7672ec22588f42bd" /><Relationship Type="http://schemas.openxmlformats.org/officeDocument/2006/relationships/slide" Target="/ppt/slides/slide5.xml" Id="R5b003fbf29644687" /><Relationship Type="http://schemas.openxmlformats.org/officeDocument/2006/relationships/slide" Target="/ppt/slides/slide6.xml" Id="Rabf073b68405480c" /><Relationship Type="http://schemas.openxmlformats.org/officeDocument/2006/relationships/slide" Target="/ppt/slides/slide7.xml" Id="R469f336ba1e64302" /><Relationship Type="http://schemas.openxmlformats.org/officeDocument/2006/relationships/slide" Target="/ppt/slides/slide8.xml" Id="R5fede0b96e974714" /><Relationship Type="http://schemas.openxmlformats.org/officeDocument/2006/relationships/slide" Target="/ppt/slides/slide9.xml" Id="R4719d63d40164f29" /><Relationship Type="http://schemas.openxmlformats.org/officeDocument/2006/relationships/slide" Target="/ppt/slides/slide10.xml" Id="R73bd26427c184b2a" /><Relationship Type="http://schemas.openxmlformats.org/officeDocument/2006/relationships/slide" Target="/ppt/slides/slide11.xml" Id="R08727014767a4f64" /><Relationship Type="http://schemas.openxmlformats.org/officeDocument/2006/relationships/slide" Target="/ppt/slides/slide12.xml" Id="R524fe1f34c6a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7b7283bac2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fb591ab3a04d49" /><Relationship Type="http://schemas.openxmlformats.org/officeDocument/2006/relationships/notesMaster" Target="/ppt/notesMasters/notesMaster1.xml" Id="R3099c8473ce04e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ac41f8476d4141" /><Relationship Type="http://schemas.openxmlformats.org/officeDocument/2006/relationships/notesMaster" Target="/ppt/notesMasters/notesMaster1.xml" Id="R5e5331f4b7e242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db5f22f1b94071" /><Relationship Type="http://schemas.openxmlformats.org/officeDocument/2006/relationships/notesMaster" Target="/ppt/notesMasters/notesMaster1.xml" Id="R9b4f95ff31bb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7103b8b50847c2" /><Relationship Type="http://schemas.openxmlformats.org/officeDocument/2006/relationships/notesMaster" Target="/ppt/notesMasters/notesMaster1.xml" Id="R42382cebe95a4f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6af9b375c945a0" /><Relationship Type="http://schemas.openxmlformats.org/officeDocument/2006/relationships/notesMaster" Target="/ppt/notesMasters/notesMaster1.xml" Id="Re6f1ed8ae9b842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833075aaec4adf" /><Relationship Type="http://schemas.openxmlformats.org/officeDocument/2006/relationships/notesMaster" Target="/ppt/notesMasters/notesMaster1.xml" Id="R27e1c528b91142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023b72ea6b4919" /><Relationship Type="http://schemas.openxmlformats.org/officeDocument/2006/relationships/notesMaster" Target="/ppt/notesMasters/notesMaster1.xml" Id="R4f4b2a4b345648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4b63907faf45c1" /><Relationship Type="http://schemas.openxmlformats.org/officeDocument/2006/relationships/notesMaster" Target="/ppt/notesMasters/notesMaster1.xml" Id="Rab5f390caeae40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8149afd6a405c" /><Relationship Type="http://schemas.openxmlformats.org/officeDocument/2006/relationships/notesMaster" Target="/ppt/notesMasters/notesMaster1.xml" Id="R0b6cd1bbec0c4b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10c1047cce4cbd" /><Relationship Type="http://schemas.openxmlformats.org/officeDocument/2006/relationships/notesMaster" Target="/ppt/notesMasters/notesMaster1.xml" Id="R496443aa2b684e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0310dc390644f6" /><Relationship Type="http://schemas.openxmlformats.org/officeDocument/2006/relationships/notesMaster" Target="/ppt/notesMasters/notesMaster1.xml" Id="Rd8354a7f6c924c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75c151517c4eac" /><Relationship Type="http://schemas.openxmlformats.org/officeDocument/2006/relationships/notesMaster" Target="/ppt/notesMasters/notesMaster1.xml" Id="Re4cc6b9f8b2046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output/menu-mundo-ilustrado/preview-1280x720.png. Prévia de montagem existente no projeto, coletada antes desta apresentação; não é uma nova captura de uma sessão de jogo. Foram recortadas apenas margens externas sem controles, mantendo proporção. Oito opções visíveis. A mensagem da captura informa que Opções ainda não foi implementado. Salvar/Carregar não foram executados para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output/bag-ilustrada/preview-1280x720.png. Prévia de montagem existente no projeto, coletada antes desta apresentação; não é uma nova captura de uma sessão de jogo. Foram recortadas apenas margens externas sem controles, mantendo proporção. Inventário com grade paginada e detalhe do item selecionado. A captura existente contém dados de fixture, não o progresso atual do jogador.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output/loja-ilustrada/preview-1280x720.png. Prévia de montagem existente no projeto, coletada antes desta apresentação; não é uma nova captura de uma sessão de jogo. Foram recortadas apenas margens externas sem controles, mantendo proporção. Prévia existente com preço, saldo, produtos e mensagem de compra. Não foi feita nenhuma transação durante a criação da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output/status-ilustrado/preview-1280x720.png. Prévia de montagem existente no projeto, coletada antes desta apresentação; não é uma nova captura de uma sessão de jogo. Foram recortadas apenas margens externas sem controles, mantendo proporção. Valores e técnica de teste pertencem à fixture da captura. Não representam balanceamento final. Input real e aprovação visual continuam separados das verificações por API documentadas no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output/equipamentos-apollo/preview-1280x720.png. Prévia de montagem existente no projeto, coletada antes desta apresentação; não é uma nova captura de uma sessão de jogo. Foram recortadas apenas margens externas sem controles, mantendo proporção. Quatro slots de equipamentos e consulta de estoque/técnicas. Instalação e remoção são feitas pelo terminal, como informa o rodapé da própria tela. Dados de fixture; não retratar como estado do jogador.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local: output/terminal-ilustrado/recorte-2026-10-23/preview-1280x720.png. Prévia de montagem existente no projeto, coletada antes desta apresentação; não é uma nova captura de uma sessão de jogo. Foram recortadas apenas margens externas sem controles, mantendo proporção. Prévia existente do terminal ilustrado, com editor de código, objetivo e saída. A saída contém conteúdo de teste já presente na imagem; nenhum comando foi executado para produzir o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Assets/sprites/Mapas/LipCasa.jpg. Arte de fundo original usada na cena correspondente. Não é captura de gameplay e não inclui atores, colisões ou interface. Imagem inteira, proporção preservada. Referências verificadas em Assets/Scenes e no contrato da 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Assets/sprites/Mapas/metavalle.jpg. Arte de fundo original usada na cena correspondente. Não é captura de gameplay e não inclui atores, colisões ou interface. Imagem inteira, proporção preservada. Referências verificadas em Assets/Scenes e no contrato da 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Assets/sprites/Mapas/ferrovale.jpg. Arte de fundo original usada na cena correspondente. Não é captura de gameplay e não inclui atores, colisões ou interface. Imagem inteira, proporção preservada. Referências verificadas em Assets/Scenes e no contrato da 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Assets/sprites/Mapas/battle.jpg. Arte de fundo original usada na cena correspondente. Não é captura de gameplay e não inclui atores, colisões ou interface. Imagem inteira, proporção preservada. Referências verificadas em Assets/Scenes e no contrato da 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Assets/Resources/Retratos/Dara.png, Homem da fila.png, Senhor Tácio.png. São retratos originais de diálogo ampliados por vizinho mais próximo para preservar os pixels, sem redesenho. Contrato docs/contextos/cenas/city.md identifica os três NPCs montados; Tácio usa a folha de Ivo na cena. Não há novos personagens implementados nesta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output/npcs-city/nomes-escala/preview-tacio-1920.png. Prévia existente do enquadramento de Tácio na City, criada em tarefa anterior. Não é uma nova captura de jogo e não comprova o estado atual de uma sessão do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ddd6f055246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b58d0118d49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fafd3af9f40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7de9448284a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caf7f1ce742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219b18db440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DE2070-5E55-4B16-8BF9-80A9095D5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8E29A0-9F12-412D-AD63-F176C1C94A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DB3F52-6236-4343-BA93-DD112D3F0C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AFB859-BE19-45E5-B75F-B11FC4D5F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ABE9C6-1C5F-49AF-B17F-F3CEB4DC5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AC50E7-5036-4953-91F5-6E38907790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B07E55-F7E8-46D9-81BF-A13592AC3D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A07EC2-32BF-4B0A-A5E5-0FCFECC1F4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6346-3A40-465C-BD18-AC1FF98CA5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0C82A6-E33C-4ED1-8776-B3C50195D0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5a8aa60e3441a3" /><Relationship Type="http://schemas.openxmlformats.org/officeDocument/2006/relationships/slideLayout" Target="/ppt/slideLayouts/slideLayout1.xml" Id="R3e3d4b9867c14d2b" /><Relationship Type="http://schemas.openxmlformats.org/officeDocument/2006/relationships/slideLayout" Target="/ppt/slideLayouts/slideLayout2.xml" Id="R177a2b4b26eb4b75" /><Relationship Type="http://schemas.openxmlformats.org/officeDocument/2006/relationships/slideLayout" Target="/ppt/slideLayouts/slideLayout3.xml" Id="R13c6180500a54b3e" /><Relationship Type="http://schemas.openxmlformats.org/officeDocument/2006/relationships/slideLayout" Target="/ppt/slideLayouts/slideLayout4.xml" Id="R8c788c2161cf4d70" /><Relationship Type="http://schemas.openxmlformats.org/officeDocument/2006/relationships/slideLayout" Target="/ppt/slideLayouts/slideLayout5.xml" Id="R3cdeb91b76e44d67" /><Relationship Type="http://schemas.openxmlformats.org/officeDocument/2006/relationships/slideLayout" Target="/ppt/slideLayouts/slideLayout6.xml" Id="R0103eabc1b5346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d4b9867c14d2b"/>
    <p:sldLayoutId xmlns:r="http://schemas.openxmlformats.org/officeDocument/2006/relationships" id="2147483650" r:id="R177a2b4b26eb4b75"/>
    <p:sldLayoutId xmlns:r="http://schemas.openxmlformats.org/officeDocument/2006/relationships" id="2147483651" r:id="R13c6180500a54b3e"/>
    <p:sldLayoutId xmlns:r="http://schemas.openxmlformats.org/officeDocument/2006/relationships" id="2147483652" r:id="R8c788c2161cf4d70"/>
    <p:sldLayoutId xmlns:r="http://schemas.openxmlformats.org/officeDocument/2006/relationships" id="2147483653" r:id="R3cdeb91b76e44d67"/>
    <p:sldLayoutId xmlns:r="http://schemas.openxmlformats.org/officeDocument/2006/relationships" id="2147483654" r:id="R0103eabc1b5346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f8e03f6a84a7e" /><Relationship Type="http://schemas.openxmlformats.org/officeDocument/2006/relationships/image" Target="/ppt/media/image.png" Id="R481763bfb1124601" /><Relationship Type="http://schemas.openxmlformats.org/officeDocument/2006/relationships/notesSlide" Target="/ppt/notesSlides/notesSlide1.xml" Id="R51ce5e4f90e147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f3e9dd7404393" /><Relationship Type="http://schemas.openxmlformats.org/officeDocument/2006/relationships/image" Target="/ppt/media/image2.png" Id="Rbfdf1c9a9f744edf" /><Relationship Type="http://schemas.openxmlformats.org/officeDocument/2006/relationships/notesSlide" Target="/ppt/notesSlides/notesSlide2.xml" Id="R557ccf26155c4c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95a7798664a2c" /><Relationship Type="http://schemas.openxmlformats.org/officeDocument/2006/relationships/image" Target="/ppt/media/image3.png" Id="Rafe6bb3274884012" /><Relationship Type="http://schemas.openxmlformats.org/officeDocument/2006/relationships/notesSlide" Target="/ppt/notesSlides/notesSlide3.xml" Id="Re2b84de20b274d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24e3765d440a0" /><Relationship Type="http://schemas.openxmlformats.org/officeDocument/2006/relationships/image" Target="/ppt/media/image4.png" Id="R4eaa6f5ef1c44577" /><Relationship Type="http://schemas.openxmlformats.org/officeDocument/2006/relationships/notesSlide" Target="/ppt/notesSlides/notesSlide4.xml" Id="R827aa8f1161742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4748a91204c35" /><Relationship Type="http://schemas.openxmlformats.org/officeDocument/2006/relationships/image" Target="/ppt/media/image5.png" Id="R2486a6f827f04d02" /><Relationship Type="http://schemas.openxmlformats.org/officeDocument/2006/relationships/notesSlide" Target="/ppt/notesSlides/notesSlide5.xml" Id="Rb9bbda6d14884e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8e4e121f44ffb" /><Relationship Type="http://schemas.openxmlformats.org/officeDocument/2006/relationships/image" Target="/ppt/media/image6.png" Id="Rc105abd7ce2e4cb4" /><Relationship Type="http://schemas.openxmlformats.org/officeDocument/2006/relationships/notesSlide" Target="/ppt/notesSlides/notesSlide6.xml" Id="R79529c7a43e743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46058b12a4472" /><Relationship Type="http://schemas.openxmlformats.org/officeDocument/2006/relationships/image" Target="/ppt/media/image.jpeg" Id="R2c51fcbb941a4f14" /><Relationship Type="http://schemas.openxmlformats.org/officeDocument/2006/relationships/notesSlide" Target="/ppt/notesSlides/notesSlide7.xml" Id="Raf81939eb1a149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aac53f4b864871" /><Relationship Type="http://schemas.openxmlformats.org/officeDocument/2006/relationships/image" Target="/ppt/media/image2.jpeg" Id="Ra1cda8de10794bd3" /><Relationship Type="http://schemas.openxmlformats.org/officeDocument/2006/relationships/notesSlide" Target="/ppt/notesSlides/notesSlide8.xml" Id="R6d654c40e32240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93b976c5a40d6" /><Relationship Type="http://schemas.openxmlformats.org/officeDocument/2006/relationships/image" Target="/ppt/media/image3.jpeg" Id="Rb93e8e35a6e74300" /><Relationship Type="http://schemas.openxmlformats.org/officeDocument/2006/relationships/notesSlide" Target="/ppt/notesSlides/notesSlide9.xml" Id="R76046253c6684f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19c413aae4cd6" /><Relationship Type="http://schemas.openxmlformats.org/officeDocument/2006/relationships/image" Target="/ppt/media/image4.jpeg" Id="Rddf905aa23ac414e" /><Relationship Type="http://schemas.openxmlformats.org/officeDocument/2006/relationships/notesSlide" Target="/ppt/notesSlides/notesSlide10.xml" Id="R69e7b9d4e0da4f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5494a0a704469" /><Relationship Type="http://schemas.openxmlformats.org/officeDocument/2006/relationships/image" Target="/ppt/media/image7.png" Id="R172ceab3469040bf" /><Relationship Type="http://schemas.openxmlformats.org/officeDocument/2006/relationships/image" Target="/ppt/media/image8.png" Id="R572bdf9fd3864340" /><Relationship Type="http://schemas.openxmlformats.org/officeDocument/2006/relationships/image" Target="/ppt/media/image9.png" Id="R592620d178ce47cd" /><Relationship Type="http://schemas.openxmlformats.org/officeDocument/2006/relationships/notesSlide" Target="/ppt/notesSlides/notesSlide11.xml" Id="R768b41c734a647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40581776d4004" /><Relationship Type="http://schemas.openxmlformats.org/officeDocument/2006/relationships/image" Target="/ppt/media/image10.png" Id="R82741da470ae4ba3" /><Relationship Type="http://schemas.openxmlformats.org/officeDocument/2006/relationships/notesSlide" Target="/ppt/notesSlides/notesSlide12.xml" Id="R9054db3613b646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DroidsCode">
            <a:extLst xmlns:a="http://schemas.openxmlformats.org/drawingml/2006/main">
              <a:ext uri="{FF2B5EF4-FFF2-40B4-BE49-F238E27FC236}">
                <a16:creationId xmlns:a16="http://schemas.microsoft.com/office/drawing/2014/main" id="{25F44B3A-FC3E-401B-A0D3-F1C599A1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DroidsCode</a:t>
            </a:r>
          </a:p>
        </p:txBody>
      </p:sp>
      <p:sp>
        <p:nvSpPr>
          <p:cNvPr id="2" name="Telas e">
            <a:extLst xmlns:a="http://schemas.openxmlformats.org/drawingml/2006/main">
              <a:ext uri="{FF2B5EF4-FFF2-40B4-BE49-F238E27FC236}">
                <a16:creationId xmlns:a16="http://schemas.microsoft.com/office/drawing/2014/main" id="{02222906-A82B-4C00-A35C-F9D3895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Telas e</a:t>
            </a:r>
          </a:p>
          <a:p xmlns:a="http://schemas.openxmlformats.org/drawingml/2006/main">
            <a:pPr>
              <a:defRPr sz="480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menus</a:t>
            </a:r>
          </a:p>
        </p:txBody>
      </p:sp>
      <p:sp>
        <p:nvSpPr>
          <p:cNvPr id="3" name="Menu do mundo">
            <a:extLst xmlns:a="http://schemas.openxmlformats.org/drawingml/2006/main">
              <a:ext uri="{FF2B5EF4-FFF2-40B4-BE49-F238E27FC236}">
                <a16:creationId xmlns:a16="http://schemas.microsoft.com/office/drawing/2014/main" id="{9B7911CF-3575-4D95-BE6F-F360FC6A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Menu do mundo</a:t>
            </a:r>
          </a:p>
        </p:txBody>
      </p:sp>
      <p:sp>
        <p:nvSpPr>
          <p:cNvPr id="4" name="Todos os painéis a um clique.">
            <a:extLst xmlns:a="http://schemas.openxmlformats.org/drawingml/2006/main">
              <a:ext uri="{FF2B5EF4-FFF2-40B4-BE49-F238E27FC236}">
                <a16:creationId xmlns:a16="http://schemas.microsoft.com/office/drawing/2014/main" id="{AAAA8242-DE5F-4B6C-A637-3E53CBA3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357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Todos os painéis a um clique.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E2C23-DD95-4A39-B656-D11653D02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763bfb1124601"/>
          <a:stretch xmlns:a="http://schemas.openxmlformats.org/drawingml/2006/main"/>
        </p:blipFill>
        <p:spPr>
          <a:xfrm xmlns:a="http://schemas.openxmlformats.org/drawingml/2006/main">
            <a:off x="4864370" y="381000"/>
            <a:ext cx="6673310" cy="609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53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Bag">
            <a:extLst xmlns:a="http://schemas.openxmlformats.org/drawingml/2006/main">
              <a:ext uri="{FF2B5EF4-FFF2-40B4-BE49-F238E27FC236}">
                <a16:creationId xmlns:a16="http://schemas.microsoft.com/office/drawing/2014/main" id="{F9B72BF0-D9DD-426F-ACB9-EFD9213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Bag</a:t>
            </a:r>
          </a:p>
        </p:txBody>
      </p:sp>
      <p:sp>
        <p:nvSpPr>
          <p:cNvPr id="2" name="Itens, quantidades e detalhes de uso.">
            <a:extLst xmlns:a="http://schemas.openxmlformats.org/drawingml/2006/main">
              <a:ext uri="{FF2B5EF4-FFF2-40B4-BE49-F238E27FC236}">
                <a16:creationId xmlns:a16="http://schemas.microsoft.com/office/drawing/2014/main" id="{2685E304-C74E-48CD-A920-206B55E9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Itens, quantidades e detalhes de uso.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4A076-5C54-4BEA-966D-50EB8CD6D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f1c9a9f744edf"/>
          <a:stretch xmlns:a="http://schemas.openxmlformats.org/drawingml/2006/main"/>
        </p:blipFill>
        <p:spPr>
          <a:xfrm xmlns:a="http://schemas.openxmlformats.org/drawingml/2006/main">
            <a:off x="2115490" y="1304925"/>
            <a:ext cx="7961020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76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Loja">
            <a:extLst xmlns:a="http://schemas.openxmlformats.org/drawingml/2006/main">
              <a:ext uri="{FF2B5EF4-FFF2-40B4-BE49-F238E27FC236}">
                <a16:creationId xmlns:a16="http://schemas.microsoft.com/office/drawing/2014/main" id="{AF313FED-D9B4-4BF0-B6E3-118AE13E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Loja</a:t>
            </a:r>
          </a:p>
        </p:txBody>
      </p:sp>
      <p:sp>
        <p:nvSpPr>
          <p:cNvPr id="2" name="Comprar e vender com os detalhes à vista.">
            <a:extLst xmlns:a="http://schemas.openxmlformats.org/drawingml/2006/main">
              <a:ext uri="{FF2B5EF4-FFF2-40B4-BE49-F238E27FC236}">
                <a16:creationId xmlns:a16="http://schemas.microsoft.com/office/drawing/2014/main" id="{41A5509C-7830-43A8-A6F7-9CB48BB9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Comprar e vender com os detalhes à vista.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C4727-3493-424E-9229-326C1EA75D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6bb3274884012"/>
          <a:stretch xmlns:a="http://schemas.openxmlformats.org/drawingml/2006/main"/>
        </p:blipFill>
        <p:spPr>
          <a:xfrm xmlns:a="http://schemas.openxmlformats.org/drawingml/2006/main">
            <a:off x="2107919" y="1304925"/>
            <a:ext cx="7976163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5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tatus">
            <a:extLst xmlns:a="http://schemas.openxmlformats.org/drawingml/2006/main">
              <a:ext uri="{FF2B5EF4-FFF2-40B4-BE49-F238E27FC236}">
                <a16:creationId xmlns:a16="http://schemas.microsoft.com/office/drawing/2014/main" id="{35BB2DA0-71A9-4675-931D-5FE68641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Status</a:t>
            </a:r>
          </a:p>
        </p:txBody>
      </p:sp>
      <p:sp>
        <p:nvSpPr>
          <p:cNvPr id="2" name="Vida, energia, atributos e técnicas.">
            <a:extLst xmlns:a="http://schemas.openxmlformats.org/drawingml/2006/main">
              <a:ext uri="{FF2B5EF4-FFF2-40B4-BE49-F238E27FC236}">
                <a16:creationId xmlns:a16="http://schemas.microsoft.com/office/drawing/2014/main" id="{749E1419-D29F-4F9E-BA55-41948CC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Vida, energia, atributos e técnicas.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91261-1876-4747-8C8C-3B600865A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a6f5ef1c44577"/>
          <a:stretch xmlns:a="http://schemas.openxmlformats.org/drawingml/2006/main"/>
        </p:blipFill>
        <p:spPr>
          <a:xfrm xmlns:a="http://schemas.openxmlformats.org/drawingml/2006/main">
            <a:off x="2121177" y="1304925"/>
            <a:ext cx="7949647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85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pollo · Droid">
            <a:extLst xmlns:a="http://schemas.openxmlformats.org/drawingml/2006/main">
              <a:ext uri="{FF2B5EF4-FFF2-40B4-BE49-F238E27FC236}">
                <a16:creationId xmlns:a16="http://schemas.microsoft.com/office/drawing/2014/main" id="{E5C7B942-1056-471D-83DF-7B8341B6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Apollo · Droid</a:t>
            </a:r>
          </a:p>
        </p:txBody>
      </p:sp>
      <p:sp>
        <p:nvSpPr>
          <p:cNvPr id="2" name="Peças instaladas e técnicas do Droid.">
            <a:extLst xmlns:a="http://schemas.openxmlformats.org/drawingml/2006/main">
              <a:ext uri="{FF2B5EF4-FFF2-40B4-BE49-F238E27FC236}">
                <a16:creationId xmlns:a16="http://schemas.microsoft.com/office/drawing/2014/main" id="{986F78A6-FAB1-4E7A-BD9A-7540C415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Peças instaladas e técnicas do Droid.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B3C7C-D74D-42E1-882B-AE3CD5FA3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6a6f827f04d02"/>
          <a:stretch xmlns:a="http://schemas.openxmlformats.org/drawingml/2006/main"/>
        </p:blipFill>
        <p:spPr>
          <a:xfrm xmlns:a="http://schemas.openxmlformats.org/drawingml/2006/main">
            <a:off x="2158140" y="1304925"/>
            <a:ext cx="7875719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59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roidsCode / Terminal">
            <a:extLst xmlns:a="http://schemas.openxmlformats.org/drawingml/2006/main">
              <a:ext uri="{FF2B5EF4-FFF2-40B4-BE49-F238E27FC236}">
                <a16:creationId xmlns:a16="http://schemas.microsoft.com/office/drawing/2014/main" id="{1ADC0F6D-9FA5-43F4-ADF7-7E15E873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DroidsCode / Terminal</a:t>
            </a:r>
          </a:p>
        </p:txBody>
      </p:sp>
      <p:sp>
        <p:nvSpPr>
          <p:cNvPr id="2" name="Terminal">
            <a:extLst xmlns:a="http://schemas.openxmlformats.org/drawingml/2006/main">
              <a:ext uri="{FF2B5EF4-FFF2-40B4-BE49-F238E27FC236}">
                <a16:creationId xmlns:a16="http://schemas.microsoft.com/office/drawing/2014/main" id="{D4081213-4D6F-45B0-886F-9921C684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Terminal</a:t>
            </a:r>
          </a:p>
        </p:txBody>
      </p:sp>
      <p:sp>
        <p:nvSpPr>
          <p:cNvPr id="3" name="Escreva comandos.">
            <a:extLst xmlns:a="http://schemas.openxmlformats.org/drawingml/2006/main">
              <a:ext uri="{FF2B5EF4-FFF2-40B4-BE49-F238E27FC236}">
                <a16:creationId xmlns:a16="http://schemas.microsoft.com/office/drawing/2014/main" id="{E00A4050-B66B-4EE9-AAA1-75FEF30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Escreva comandos.</a:t>
            </a:r>
          </a:p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Execute e acompanhe a saída.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85DF4-69D4-4B54-ADE8-B0C04EFD7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5abd7ce2e4cb4"/>
          <a:stretch xmlns:a="http://schemas.openxmlformats.org/drawingml/2006/main"/>
        </p:blipFill>
        <p:spPr>
          <a:xfrm xmlns:a="http://schemas.openxmlformats.org/drawingml/2006/main">
            <a:off x="5144415" y="381000"/>
            <a:ext cx="6113220" cy="6096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27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Mapas / Interiores">
            <a:extLst xmlns:a="http://schemas.openxmlformats.org/drawingml/2006/main">
              <a:ext uri="{FF2B5EF4-FFF2-40B4-BE49-F238E27FC236}">
                <a16:creationId xmlns:a16="http://schemas.microsoft.com/office/drawing/2014/main" id="{B62EC9D3-5BF5-42F4-A22F-009D9959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Mapas / Interiores</a:t>
            </a:r>
          </a:p>
        </p:txBody>
      </p:sp>
      <p:sp>
        <p:nvSpPr>
          <p:cNvPr id="2" name="Casa de Lip">
            <a:extLst xmlns:a="http://schemas.openxmlformats.org/drawingml/2006/main">
              <a:ext uri="{FF2B5EF4-FFF2-40B4-BE49-F238E27FC236}">
                <a16:creationId xmlns:a16="http://schemas.microsoft.com/office/drawing/2014/main" id="{3931EDB0-657C-4A6A-887C-60CEBCC0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Casa de Lip</a:t>
            </a:r>
          </a:p>
        </p:txBody>
      </p:sp>
      <p:sp>
        <p:nvSpPr>
          <p:cNvPr id="3" name="O interior da casa e seu terminal.">
            <a:extLst xmlns:a="http://schemas.openxmlformats.org/drawingml/2006/main">
              <a:ext uri="{FF2B5EF4-FFF2-40B4-BE49-F238E27FC236}">
                <a16:creationId xmlns:a16="http://schemas.microsoft.com/office/drawing/2014/main" id="{34879810-A3D8-4605-A9BF-0F865CDA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interior da casa e seu terminal.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8E8CF-1213-4BDB-8229-C3A52C3584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1fcbb941a4f14"/>
          <a:stretch xmlns:a="http://schemas.openxmlformats.org/drawingml/2006/main"/>
        </p:blipFill>
        <p:spPr>
          <a:xfrm xmlns:a="http://schemas.openxmlformats.org/drawingml/2006/main">
            <a:off x="5881158" y="238125"/>
            <a:ext cx="4963583" cy="638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31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idade">
            <a:extLst xmlns:a="http://schemas.openxmlformats.org/drawingml/2006/main">
              <a:ext uri="{FF2B5EF4-FFF2-40B4-BE49-F238E27FC236}">
                <a16:creationId xmlns:a16="http://schemas.microsoft.com/office/drawing/2014/main" id="{BD6B8BC5-882C-4353-829B-3D84FAB9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Cidade</a:t>
            </a:r>
          </a:p>
        </p:txBody>
      </p:sp>
      <p:sp>
        <p:nvSpPr>
          <p:cNvPr id="2" name="Ruas e construções vistas de cima.">
            <a:extLst xmlns:a="http://schemas.openxmlformats.org/drawingml/2006/main">
              <a:ext uri="{FF2B5EF4-FFF2-40B4-BE49-F238E27FC236}">
                <a16:creationId xmlns:a16="http://schemas.microsoft.com/office/drawing/2014/main" id="{71A49D5A-E35C-449B-A01A-B86B3E39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Ruas e construções vistas de cima.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D0C41-46C9-4CBC-BAF7-8DAB93FD5C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da8de10794bd3"/>
          <a:stretch xmlns:a="http://schemas.openxmlformats.org/drawingml/2006/main"/>
        </p:blipFill>
        <p:spPr>
          <a:xfrm xmlns:a="http://schemas.openxmlformats.org/drawingml/2006/main">
            <a:off x="1371600" y="1323975"/>
            <a:ext cx="9448800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59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Vale">
            <a:extLst xmlns:a="http://schemas.openxmlformats.org/drawingml/2006/main">
              <a:ext uri="{FF2B5EF4-FFF2-40B4-BE49-F238E27FC236}">
                <a16:creationId xmlns:a16="http://schemas.microsoft.com/office/drawing/2014/main" id="{4A23C913-0A4D-4D72-B989-CD319D94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Vale</a:t>
            </a:r>
          </a:p>
        </p:txBody>
      </p:sp>
      <p:sp>
        <p:nvSpPr>
          <p:cNvPr id="2" name="Ruínas, sucata e caminhos de exploração.">
            <a:extLst xmlns:a="http://schemas.openxmlformats.org/drawingml/2006/main">
              <a:ext uri="{FF2B5EF4-FFF2-40B4-BE49-F238E27FC236}">
                <a16:creationId xmlns:a16="http://schemas.microsoft.com/office/drawing/2014/main" id="{03FB61BC-DB75-4E02-950C-7BF3F22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Ruínas, sucata e caminhos de exploração.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928D2-E833-409F-B665-1223107152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e8e35a6e74300"/>
          <a:stretch xmlns:a="http://schemas.openxmlformats.org/drawingml/2006/main"/>
        </p:blipFill>
        <p:spPr>
          <a:xfrm xmlns:a="http://schemas.openxmlformats.org/drawingml/2006/main">
            <a:off x="1445419" y="1323975"/>
            <a:ext cx="9301163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00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enário de batalha">
            <a:extLst xmlns:a="http://schemas.openxmlformats.org/drawingml/2006/main">
              <a:ext uri="{FF2B5EF4-FFF2-40B4-BE49-F238E27FC236}">
                <a16:creationId xmlns:a16="http://schemas.microsoft.com/office/drawing/2014/main" id="{AB0E68E6-7DFF-4596-94A1-149AACD0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Cenário de batalha</a:t>
            </a:r>
          </a:p>
        </p:txBody>
      </p:sp>
      <p:sp>
        <p:nvSpPr>
          <p:cNvPr id="2" name="O ambiente visual dos combates.">
            <a:extLst xmlns:a="http://schemas.openxmlformats.org/drawingml/2006/main">
              <a:ext uri="{FF2B5EF4-FFF2-40B4-BE49-F238E27FC236}">
                <a16:creationId xmlns:a16="http://schemas.microsoft.com/office/drawing/2014/main" id="{43631110-8301-43D2-A835-AE81228C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O ambiente visual dos combates.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B0E9B-8FAE-4265-8C2F-938873A56D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905aa23ac414e"/>
          <a:stretch xmlns:a="http://schemas.openxmlformats.org/drawingml/2006/main"/>
        </p:blipFill>
        <p:spPr>
          <a:xfrm xmlns:a="http://schemas.openxmlformats.org/drawingml/2006/main">
            <a:off x="1223963" y="1323975"/>
            <a:ext cx="9744075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264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NPCs da cidade">
            <a:extLst xmlns:a="http://schemas.openxmlformats.org/drawingml/2006/main">
              <a:ext uri="{FF2B5EF4-FFF2-40B4-BE49-F238E27FC236}">
                <a16:creationId xmlns:a16="http://schemas.microsoft.com/office/drawing/2014/main" id="{796FDAD2-394A-4A06-A503-DC1A01BB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NPCs da cidade</a:t>
            </a:r>
          </a:p>
        </p:txBody>
      </p:sp>
      <p:sp>
        <p:nvSpPr>
          <p:cNvPr id="2" name="Dara, Homem da fila e Senhor Tácio.">
            <a:extLst xmlns:a="http://schemas.openxmlformats.org/drawingml/2006/main">
              <a:ext uri="{FF2B5EF4-FFF2-40B4-BE49-F238E27FC236}">
                <a16:creationId xmlns:a16="http://schemas.microsoft.com/office/drawing/2014/main" id="{B84779DF-B8F2-4CC3-A55F-E44435A1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Dara, Homem da fila e Senhor Tácio.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7BA06-8408-4BFB-B9B1-895A2DBC91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ceab3469040bf"/>
          <a:stretch xmlns:a="http://schemas.openxmlformats.org/drawingml/2006/main"/>
        </p:blipFill>
        <p:spPr>
          <a:xfrm xmlns:a="http://schemas.openxmlformats.org/drawingml/2006/main">
            <a:off x="1476375" y="1817695"/>
            <a:ext cx="2000250" cy="3336910"/>
          </a:xfrm>
          <a:prstGeom xmlns:a="http://schemas.openxmlformats.org/drawingml/2006/main" prst="rect">
            <a:avLst/>
          </a:prstGeom>
        </p:spPr>
      </p:pic>
      <p:sp>
        <p:nvSpPr>
          <p:cNvPr id="4" name="Dara">
            <a:extLst xmlns:a="http://schemas.openxmlformats.org/drawingml/2006/main">
              <a:ext uri="{FF2B5EF4-FFF2-40B4-BE49-F238E27FC236}">
                <a16:creationId xmlns:a16="http://schemas.microsoft.com/office/drawing/2014/main" id="{5076A795-5A63-48F1-BD85-9938F767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Dara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E2DB6-06D1-47FC-8D85-C76507314D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bdf9fd3864340"/>
          <a:stretch xmlns:a="http://schemas.openxmlformats.org/drawingml/2006/main"/>
        </p:blipFill>
        <p:spPr>
          <a:xfrm xmlns:a="http://schemas.openxmlformats.org/drawingml/2006/main">
            <a:off x="5100638" y="1809750"/>
            <a:ext cx="1990725" cy="3352800"/>
          </a:xfrm>
          <a:prstGeom xmlns:a="http://schemas.openxmlformats.org/drawingml/2006/main" prst="rect">
            <a:avLst/>
          </a:prstGeom>
        </p:spPr>
      </p:pic>
      <p:sp>
        <p:nvSpPr>
          <p:cNvPr id="6" name="Homem da fila">
            <a:extLst xmlns:a="http://schemas.openxmlformats.org/drawingml/2006/main">
              <a:ext uri="{FF2B5EF4-FFF2-40B4-BE49-F238E27FC236}">
                <a16:creationId xmlns:a16="http://schemas.microsoft.com/office/drawing/2014/main" id="{2B523A54-92D9-428C-BCBF-EFD4E836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72125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Homem da fila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F1A6A-6B15-4490-B295-22457D50C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620d178ce47cd"/>
          <a:stretch xmlns:a="http://schemas.openxmlformats.org/drawingml/2006/main"/>
        </p:blipFill>
        <p:spPr>
          <a:xfrm xmlns:a="http://schemas.openxmlformats.org/drawingml/2006/main">
            <a:off x="8715375" y="1955524"/>
            <a:ext cx="2000250" cy="3061252"/>
          </a:xfrm>
          <a:prstGeom xmlns:a="http://schemas.openxmlformats.org/drawingml/2006/main" prst="rect">
            <a:avLst/>
          </a:prstGeom>
        </p:spPr>
      </p:pic>
      <p:sp>
        <p:nvSpPr>
          <p:cNvPr id="8" name="Senhor Tácio">
            <a:extLst xmlns:a="http://schemas.openxmlformats.org/drawingml/2006/main">
              <a:ext uri="{FF2B5EF4-FFF2-40B4-BE49-F238E27FC236}">
                <a16:creationId xmlns:a16="http://schemas.microsoft.com/office/drawing/2014/main" id="{705883E4-A56D-4AC9-AAAD-0801DC88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72125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5A26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5A263"/>
                </a:solidFill>
                <a:latin typeface="Segoe UI"/>
                <a:ea typeface="Segoe UI"/>
                <a:cs typeface="Segoe UI"/>
              </a:rPr>
              <a:t>Senhor Tácio</a:t>
            </a:r>
          </a:p>
        </p:txBody>
      </p:sp>
    </p:spTree>
    <p:extLst>
      <p:ext uri="{BB962C8B-B14F-4D97-AF65-F5344CB8AC3E}">
        <p14:creationId xmlns:p14="http://schemas.microsoft.com/office/powerpoint/2010/main" val="1418695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ácio no mapa">
            <a:extLst xmlns:a="http://schemas.openxmlformats.org/drawingml/2006/main">
              <a:ext uri="{FF2B5EF4-FFF2-40B4-BE49-F238E27FC236}">
                <a16:creationId xmlns:a16="http://schemas.microsoft.com/office/drawing/2014/main" id="{F4D7577D-873D-42E4-BC77-323AB32D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5E8C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5E8CE"/>
                </a:solidFill>
                <a:latin typeface="Segoe UI"/>
                <a:ea typeface="Segoe UI"/>
                <a:cs typeface="Segoe UI"/>
              </a:rPr>
              <a:t>Tácio no mapa</a:t>
            </a:r>
          </a:p>
        </p:txBody>
      </p:sp>
      <p:sp>
        <p:nvSpPr>
          <p:cNvPr id="2" name="Personagem e identificação no cenário.">
            <a:extLst xmlns:a="http://schemas.openxmlformats.org/drawingml/2006/main">
              <a:ext uri="{FF2B5EF4-FFF2-40B4-BE49-F238E27FC236}">
                <a16:creationId xmlns:a16="http://schemas.microsoft.com/office/drawing/2014/main" id="{911821FF-3CF1-4693-B4F1-20142458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8B4A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8B4AC"/>
                </a:solidFill>
                <a:latin typeface="Segoe UI"/>
                <a:ea typeface="Segoe UI"/>
                <a:cs typeface="Segoe UI"/>
              </a:rPr>
              <a:t>Personagem e identificação no cenário.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69579-D541-412B-85BA-9FE52B0351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41da470ae4ba3"/>
          <a:stretch xmlns:a="http://schemas.openxmlformats.org/drawingml/2006/main"/>
        </p:blipFill>
        <p:spPr>
          <a:xfrm xmlns:a="http://schemas.openxmlformats.org/drawingml/2006/main">
            <a:off x="1371600" y="1323975"/>
            <a:ext cx="9448800" cy="5314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87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2026-10-24T07:03:18.3080000Z</dcterms:created>
  <dcterms:modified xsi:type="dcterms:W3CDTF">2026-10-24T07:03:18.3080000Z</dcterms:modified>
</coreProperties>
</file>