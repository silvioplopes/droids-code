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012e01630b4487" /><Relationship Type="http://schemas.openxmlformats.org/officeDocument/2006/relationships/extended-properties" Target="/docProps/app.xml" Id="Rdff78136d7834495" /><Relationship Type="http://schemas.openxmlformats.org/officeDocument/2006/relationships/officeDocument" Target="/ppt/presentation.xml" Id="R6c71988e5d2d47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b6d4f989544e8f"/>
  </p:sldMasterIdLst>
  <p:notesMasterIdLst>
    <p:notesMasterId xmlns:r="http://schemas.openxmlformats.org/officeDocument/2006/relationships" r:id="Recd3b8e3baa74744"/>
  </p:notesMasterIdLst>
  <p:sldIdLst>
    <p:sldId xmlns:r="http://schemas.openxmlformats.org/officeDocument/2006/relationships" id="256" r:id="R7bd9bea2c1e5424d"/>
    <p:sldId xmlns:r="http://schemas.openxmlformats.org/officeDocument/2006/relationships" id="257" r:id="Rf3e27bc3bc7b4c52"/>
    <p:sldId xmlns:r="http://schemas.openxmlformats.org/officeDocument/2006/relationships" id="258" r:id="R8279f687374341f1"/>
    <p:sldId xmlns:r="http://schemas.openxmlformats.org/officeDocument/2006/relationships" id="259" r:id="Rfe42290ff6e34adc"/>
    <p:sldId xmlns:r="http://schemas.openxmlformats.org/officeDocument/2006/relationships" id="260" r:id="R679c0cabf029459b"/>
    <p:sldId xmlns:r="http://schemas.openxmlformats.org/officeDocument/2006/relationships" id="261" r:id="Reb1241ac863d4d8f"/>
    <p:sldId xmlns:r="http://schemas.openxmlformats.org/officeDocument/2006/relationships" id="262" r:id="R888fb7512d9e494e"/>
    <p:sldId xmlns:r="http://schemas.openxmlformats.org/officeDocument/2006/relationships" id="263" r:id="Rd8e38e5c3bee4a85"/>
    <p:sldId xmlns:r="http://schemas.openxmlformats.org/officeDocument/2006/relationships" id="264" r:id="R7ef14aad33b64741"/>
    <p:sldId xmlns:r="http://schemas.openxmlformats.org/officeDocument/2006/relationships" id="265" r:id="Rb6688fa83b124025"/>
    <p:sldId xmlns:r="http://schemas.openxmlformats.org/officeDocument/2006/relationships" id="266" r:id="R3afa9adf9feb4514"/>
    <p:sldId xmlns:r="http://schemas.openxmlformats.org/officeDocument/2006/relationships" id="267" r:id="R5a5e14758cc34afe"/>
    <p:sldId xmlns:r="http://schemas.openxmlformats.org/officeDocument/2006/relationships" id="268" r:id="R5213055a492349bb"/>
    <p:sldId xmlns:r="http://schemas.openxmlformats.org/officeDocument/2006/relationships" id="269" r:id="R3567348258a54b22"/>
    <p:sldId xmlns:r="http://schemas.openxmlformats.org/officeDocument/2006/relationships" id="270" r:id="R7add509393ad42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29354710e94f59" /><Relationship Type="http://schemas.openxmlformats.org/officeDocument/2006/relationships/slideMaster" Target="/ppt/slideMasters/slideMaster1.xml" Id="R7fb6d4f989544e8f" /><Relationship Type="http://schemas.openxmlformats.org/officeDocument/2006/relationships/notesMaster" Target="/ppt/notesMasters/notesMaster1.xml" Id="Recd3b8e3baa74744" /><Relationship Type="http://schemas.openxmlformats.org/officeDocument/2006/relationships/presProps" Target="/ppt/presProps.xml" Id="Re9779a71975c4d08" /><Relationship Type="http://schemas.openxmlformats.org/officeDocument/2006/relationships/tableStyles" Target="/ppt/tableStyles.xml" Id="Rf3e6e47eaac044ce" /><Relationship Type="http://schemas.openxmlformats.org/officeDocument/2006/relationships/slide" Target="/ppt/slides/slide1.xml" Id="R7bd9bea2c1e5424d" /><Relationship Type="http://schemas.openxmlformats.org/officeDocument/2006/relationships/slide" Target="/ppt/slides/slide2.xml" Id="Rf3e27bc3bc7b4c52" /><Relationship Type="http://schemas.openxmlformats.org/officeDocument/2006/relationships/slide" Target="/ppt/slides/slide3.xml" Id="R8279f687374341f1" /><Relationship Type="http://schemas.openxmlformats.org/officeDocument/2006/relationships/slide" Target="/ppt/slides/slide4.xml" Id="Rfe42290ff6e34adc" /><Relationship Type="http://schemas.openxmlformats.org/officeDocument/2006/relationships/slide" Target="/ppt/slides/slide5.xml" Id="R679c0cabf029459b" /><Relationship Type="http://schemas.openxmlformats.org/officeDocument/2006/relationships/slide" Target="/ppt/slides/slide6.xml" Id="Reb1241ac863d4d8f" /><Relationship Type="http://schemas.openxmlformats.org/officeDocument/2006/relationships/slide" Target="/ppt/slides/slide7.xml" Id="R888fb7512d9e494e" /><Relationship Type="http://schemas.openxmlformats.org/officeDocument/2006/relationships/slide" Target="/ppt/slides/slide8.xml" Id="Rd8e38e5c3bee4a85" /><Relationship Type="http://schemas.openxmlformats.org/officeDocument/2006/relationships/slide" Target="/ppt/slides/slide9.xml" Id="R7ef14aad33b64741" /><Relationship Type="http://schemas.openxmlformats.org/officeDocument/2006/relationships/slide" Target="/ppt/slides/slide10.xml" Id="Rb6688fa83b124025" /><Relationship Type="http://schemas.openxmlformats.org/officeDocument/2006/relationships/slide" Target="/ppt/slides/slide11.xml" Id="R3afa9adf9feb4514" /><Relationship Type="http://schemas.openxmlformats.org/officeDocument/2006/relationships/slide" Target="/ppt/slides/slide12.xml" Id="R5a5e14758cc34afe" /><Relationship Type="http://schemas.openxmlformats.org/officeDocument/2006/relationships/slide" Target="/ppt/slides/slide13.xml" Id="R5213055a492349bb" /><Relationship Type="http://schemas.openxmlformats.org/officeDocument/2006/relationships/slide" Target="/ppt/slides/slide14.xml" Id="R3567348258a54b22" /><Relationship Type="http://schemas.openxmlformats.org/officeDocument/2006/relationships/slide" Target="/ppt/slides/slide15.xml" Id="R7add509393ad42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72a61f524848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2a4c2e6acc4362" /><Relationship Type="http://schemas.openxmlformats.org/officeDocument/2006/relationships/notesMaster" Target="/ppt/notesMasters/notesMaster1.xml" Id="R03eb6b225a7f47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ab374f95e04c76" /><Relationship Type="http://schemas.openxmlformats.org/officeDocument/2006/relationships/notesMaster" Target="/ppt/notesMasters/notesMaster1.xml" Id="Rdfccdd3f529b42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13cbf299df4438" /><Relationship Type="http://schemas.openxmlformats.org/officeDocument/2006/relationships/notesMaster" Target="/ppt/notesMasters/notesMaster1.xml" Id="Rb4d0d90ca8f74c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412f6997634739" /><Relationship Type="http://schemas.openxmlformats.org/officeDocument/2006/relationships/notesMaster" Target="/ppt/notesMasters/notesMaster1.xml" Id="R6af0a614c8b04a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b556a1d5c34082" /><Relationship Type="http://schemas.openxmlformats.org/officeDocument/2006/relationships/notesMaster" Target="/ppt/notesMasters/notesMaster1.xml" Id="Re4163baf529c48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f146ef7c034cd7" /><Relationship Type="http://schemas.openxmlformats.org/officeDocument/2006/relationships/notesMaster" Target="/ppt/notesMasters/notesMaster1.xml" Id="Rf105b988226441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25e94be5934e76" /><Relationship Type="http://schemas.openxmlformats.org/officeDocument/2006/relationships/notesMaster" Target="/ppt/notesMasters/notesMaster1.xml" Id="Ra429270ef3fe44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54f9e8a1c24772" /><Relationship Type="http://schemas.openxmlformats.org/officeDocument/2006/relationships/notesMaster" Target="/ppt/notesMasters/notesMaster1.xml" Id="R107b6974383d4c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b71d4291c44841" /><Relationship Type="http://schemas.openxmlformats.org/officeDocument/2006/relationships/notesMaster" Target="/ppt/notesMasters/notesMaster1.xml" Id="Rebeaa55afcbd47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9c59ad5a7d4db4" /><Relationship Type="http://schemas.openxmlformats.org/officeDocument/2006/relationships/notesMaster" Target="/ppt/notesMasters/notesMaster1.xml" Id="R0cd38d577abb44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3578b17cc544b0" /><Relationship Type="http://schemas.openxmlformats.org/officeDocument/2006/relationships/notesMaster" Target="/ppt/notesMasters/notesMaster1.xml" Id="R4f6d0583f4874b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2cda335a3b40b7" /><Relationship Type="http://schemas.openxmlformats.org/officeDocument/2006/relationships/notesMaster" Target="/ppt/notesMasters/notesMaster1.xml" Id="R5963e84715e54b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8b4c849d1f46df" /><Relationship Type="http://schemas.openxmlformats.org/officeDocument/2006/relationships/notesMaster" Target="/ppt/notesMasters/notesMaster1.xml" Id="Raabbff4572b84b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368923b9c64238" /><Relationship Type="http://schemas.openxmlformats.org/officeDocument/2006/relationships/notesMaster" Target="/ppt/notesMasters/notesMaster1.xml" Id="R53f6c517250d4d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5b17cd496d47d7" /><Relationship Type="http://schemas.openxmlformats.org/officeDocument/2006/relationships/notesMaster" Target="/ppt/notesMasters/notesMaster1.xml" Id="R5827e343ce5e4f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Partes III–V e Ato 1; docs/enredo/TCC_-_ENREDO_v2_ADENDO.md, que prevalece nas divergências. Apresentação narrativa de Droids Code, focada no Ato 1: A Cota Cortada. O robô na arte do menu é uma referência de atmosfera do projeto, não uma identificação canônica de Apollo.</a:t>
            </a:r>
          </a:p>
          <a:p xmlns:a="http://schemas.openxmlformats.org/drawingml/2006/main">
            <a:r>
              <a:t>Fontes visuais: Assets/sprites/Mapas/mainmenu.jpg.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III.1 e III.5; docs/enredo/TCC_-_ENREDO_v2_ADENDO.md, que prevalece nas divergências. Cidade de sucata sobre ruínas de concreto. A vida comunitária gira em torno da fila do poço. A Apex controla o abastecimento regional. A imagem é o fundo da City e ilustra a cidade, sem pretender mapear literalmente cada local do roteiro.</a:t>
            </a:r>
          </a:p>
          <a:p xmlns:a="http://schemas.openxmlformats.org/drawingml/2006/main">
            <a:r>
              <a:t>Fontes visuais: Assets/sprites/Mapas/metavalle.jpg.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IV.1, IV.2; adendo A.2; docs/enredo/TCC_-_ENREDO_v2_ADENDO.md, que prevalece nas divergências. Lip tem 20 anos. Montou Apollo aos 13 e convive com ele há sete anos. Lip trata o erro como culpa; Apollo quer que ele sobreviva e aprenda. Conforme o adendo, a importância de Apollo nasce da convivência, não de uma origem única. Sprites atuais do projeto servem como referência, sem afirmar equivalência integral à descrição literária.</a:t>
            </a:r>
          </a:p>
          <a:p xmlns:a="http://schemas.openxmlformats.org/drawingml/2006/main">
            <a:r>
              <a:t>Fontes visuais: Assets/sprites/Entities/Characters/Protagonist/sprite.png; Assets/sprites/Entities/Characters/Companion/Apollo/sprite.png.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Sessão 1, 1.1–1.3; docs/enredo/TCC_-_ENREDO_v2_ADENDO.md, que prevalece nas divergências. A primeira tarefa é fazer o gerador funcionar por meio de um laço em Lua. Um fio de água escura volta à torneira; ainda não é potável. A casa guarda o filtro construído por Lip e lembranças de Inês. O enredo liga uma ação técnica pequena à história pessoal do protagonista.</a:t>
            </a:r>
          </a:p>
          <a:p xmlns:a="http://schemas.openxmlformats.org/drawingml/2006/main">
            <a:r>
              <a:t>Fontes visuais: Assets/sprites/Mapas/LipCasa.jpg.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III.5; Sessão 2, 2.1–2.2; IV.6; docs/enredo/TCC_-_ENREDO_v2_ADENDO.md, que prevalece nas divergências. A cota diária cai de doze para seis litros por pessoa. Dara continua reservando uma terceira parte para o irmão desaparecido, Emílio/Milo. Os moradores trazem versões diferentes dos acontecimentos; investigar exige ouvi-los. Retratos existentes da City.</a:t>
            </a:r>
          </a:p>
          <a:p xmlns:a="http://schemas.openxmlformats.org/drawingml/2006/main">
            <a:r>
              <a:t>Fontes visuais: Assets/Resources/Retratos/Dara.png; Assets/Resources/Retratos/Homem da fila.png.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Sessão 2, 2.2–2.4; IV.9; docs/enredo/TCC_-_ENREDO_v2_ADENDO.md, que prevalece nas divergências. Tácio vende água e traz seu ponto de vista sobre a crise. Os depoimentos, incluindo os de outros moradores, permitem entender a pressão da Apex e a negociação de Ivo. A imagem mostra uma prévia anterior de Tácio no cenário, sem encenar a conversa do roteiro.</a:t>
            </a:r>
          </a:p>
          <a:p xmlns:a="http://schemas.openxmlformats.org/drawingml/2006/main">
            <a:r>
              <a:t>Fontes visuais: output/npcs-city/nomes-escala/preview-tacio-1920.png.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III.6; Sessões 3–5; docs/enredo/TCC_-_ENREDO_v2_ADENDO.md, que prevalece nas divergências. Lip e Apollo deixam a segurança relativa da cidade e seguem para a Estação 7. A Cratera não é apenas cenário de guerra: o roteiro a revela como vestígio de povoados realocados à força. O asset do vale ilustra a travessia; não é um registro de todos os locais narrativos já montados.</a:t>
            </a:r>
          </a:p>
          <a:p xmlns:a="http://schemas.openxmlformats.org/drawingml/2006/main">
            <a:r>
              <a:t>Fontes visuais: Assets/sprites/Mapas/ferrovale.jpg.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III.8; Sessão 4 e variações 5–7; docs/enredo/TCC_-_ENREDO_v2_ADENDO.md, que prevalece nas divergências. Rasha representa a Flor de Ferro: ação direta e interrupção do sistema. Teodoro representa a Lótus Branca: negociação e contenção. Lip também pode seguir como Desgarrado. No roteiro, os módulos vêm após prova de conduta, não como presente automático; o efeito principal da escolha aparece nas consequências da assembleia.</a:t>
            </a:r>
          </a:p>
          <a:p xmlns:a="http://schemas.openxmlformats.org/drawingml/2006/main">
            <a:r>
              <a:t>Fontes visuais: Assets/sprites/Entities/Characters/NPCs/Rasha/sprite.png; Assets/sprites/Entities/Characters/NPCs/Teodoro_Sampaio/sprite.png.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IV.3; Sessão 6, 6.1–6.6; adendo A; docs/enredo/TCC_-_ENREDO_v2_ADENDO.md, que prevalece nas divergências. O técnico mantém a Estação 7 há dezenove anos e negocia por desespero. A ligação com Célia revela um erro herdado; a crise não nasce de um vilão simples. O combate expõe instruções escritas sem limites. Conforme o adendo, não reproduzir a afirmação antiga de que a Apex busca exclusivamente Apollo. Fundo de batalha é referência visual, não ilustração literal da Estação 7.</a:t>
            </a:r>
          </a:p>
          <a:p xmlns:a="http://schemas.openxmlformats.org/drawingml/2006/main">
            <a:r>
              <a:t>Fontes visuais: Assets/sprites/Entities/Characters/Antagonists/Ivo_Rangel/sprite.png; Assets/sprites/Mapas/battle.jpg.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Sessão 6, 6.7; Sessão 7, 7a; docs/enredo/TCC_-_ENREDO_v2_ADENDO.md, que prevalece nas divergências. Spoilers do Ato 1. A água volta. Para impedir a leitura de setores que desconhece, Apollo sobrescreve um arquivo e perde as gravações da voz de Inês, mãe de Lip. Essa perda não é reparada pela vitória. Quirino instala um novo servo na perna de Apollo, em uma cena de alegria que contrasta com o custo pessoal. Ilustração de Quirino disponível no projeto, sem afirmar montagem da cena.</a:t>
            </a:r>
          </a:p>
          <a:p xmlns:a="http://schemas.openxmlformats.org/drawingml/2006/main">
            <a:r>
              <a:t>Fontes visuais: Assets/sprites/Entities/Characters/NPCs/Quirino/sprite.png.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IV.5; Sessão 7, 7b; adendo A.2–A.4; docs/enredo/TCC_-_ENREDO_v2_ADENDO.md, que prevalece nas divergências. Nadir oferece dezoito litros por pessoa por dia e nova linha de bombeamento. Em troca, pede censo e entrega de unidades autônomas não registradas. Ela é cordial, cumpre as condições e acredita reduzir sofrimento. A busca é burocrática e ampla, ligada aos 431 núcleos; não é perseguição pessoal a um escolhido. A assembleia varia conforme a rota.</a:t>
            </a:r>
          </a:p>
          <a:p xmlns:a="http://schemas.openxmlformats.org/drawingml/2006/main">
            <a:r>
              <a:t>Fontes visuais: Assets/sprites/Entities/Characters/Antagonists/Nadir_Quintela/sprite.png.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Adendo B.1–B.3 e C.1–C.4; docs/enredo/TCC_-_ENREDO_v2_ADENDO.md, que prevalece nas divergências. Arquitetura narrativa planejada, não comprovação de implementação. No Ato 2, Apollo é levado pela Apex e Lip enfrenta a ausência da orientação; a revelação do histórico de versões preserva a tese de que a convivência o distingue. No Ato 3, a Torre é armazenamento e o confronto final com Artemis é programação e responsabilidade por regras, sem corpo físico de chefe. Não declarar finais mutuamente exclusivos de sobrevivência: o próprio adendo também prevê Apollo sobrevivendo em Ramificar.</a:t>
            </a:r>
          </a:p>
          <a:p xmlns:a="http://schemas.openxmlformats.org/drawingml/2006/main">
            <a:r>
              <a:t>Fontes visuais: 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V.2; Sessão 1; adendo B e C; docs/enredo/TCC_-_ENREDO_v2_ADENDO.md, que prevalece nas divergências. O terminal é a ligação entre ficção e aprendizagem. No Ato 1, Apollo orienta; o jogador testa, recebe retorno e revisa. A progressão posterior pretende retirar o apoio e culminar em uma decisão escrita no terminal. A captura é uma fixture anterior com texto e saída de teste; não encena o desfecho nem comprova sua implementação.</a:t>
            </a:r>
          </a:p>
          <a:p xmlns:a="http://schemas.openxmlformats.org/drawingml/2006/main">
            <a:r>
              <a:t>Fontes visuais: output/terminal-ilustrado/recorte-2026-10-23/preview-1280x720.png.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Sessão 7, A perna; sistema atual conforme docs/guias/equipamentos-apollo.md; docs/enredo/TCC_-_ENREDO_v2_ADENDO.md, que prevalece nas divergências. A relação com Apollo também aparece na inspeção de peças e técnicas. No sistema atual, instalar e remover peças é tarefa do terminal; o menu apenas mostra e consulta. O roteiro da perna é uma cena planejada distinta desse sistema já mostrado. A captura contém dados de fixture, não um save do usuário.</a:t>
            </a:r>
          </a:p>
          <a:p xmlns:a="http://schemas.openxmlformats.org/drawingml/2006/main">
            <a:r>
              <a:t>Fontes visuais: output/equipamentos-apollo/preview-1280x720.png.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narrativas: docs/enredo/TCC_-_ENREDO_v2.md, V.1–V.2; adendo A.2 e C.4; docs/enredo/TCC_-_ENREDO_v2_ADENDO.md, que prevalece nas divergências. Síntese temática: a identidade é construída por convivência e escolhas. Lip começa tratando erro como condenação e a saga pretende levá-lo a assumir a responsabilidade por regras que escreve. O fechamento resume o enredo, sem alegar que a saga inteira já está implementada.</a:t>
            </a:r>
          </a:p>
          <a:p xmlns:a="http://schemas.openxmlformats.org/drawingml/2006/main">
            <a:r>
              <a:t>Fontes visuais: . Artes e prévias existentes, sem nova execução do jogo. Esta apresentação resume o roteiro e não atesta a implementação de cada acontecimento.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2c9efb78d45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5440427ce4d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34e707f5441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c2fc051b440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8f2953a4141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9f87cf90a4f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AB9AB3-1D5C-404C-B590-B4CA2D1196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CA7E60-3DD5-4139-9511-2C56F23E7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C65B99-4F78-4ED7-976C-ED672D7F3A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23986-5A5F-4840-A052-E4FEF2904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B87869-C015-47DD-90D2-02C2800387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53F041-F966-4449-9455-C3FD9FC5A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2690FA-0EFB-4DBB-AEF9-2DDCB6D42B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771689-8DAF-4D0A-BBC2-FE8D3BFE07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EE91C1-7B69-416B-90C2-52A341243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A30929-5F81-4E7E-A16A-44E34D7BA3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2fff92a95c4618" /><Relationship Type="http://schemas.openxmlformats.org/officeDocument/2006/relationships/slideLayout" Target="/ppt/slideLayouts/slideLayout1.xml" Id="R59bb888881564b5b" /><Relationship Type="http://schemas.openxmlformats.org/officeDocument/2006/relationships/slideLayout" Target="/ppt/slideLayouts/slideLayout2.xml" Id="R589aa54caf354265" /><Relationship Type="http://schemas.openxmlformats.org/officeDocument/2006/relationships/slideLayout" Target="/ppt/slideLayouts/slideLayout3.xml" Id="Rfecc57206b9a4ec9" /><Relationship Type="http://schemas.openxmlformats.org/officeDocument/2006/relationships/slideLayout" Target="/ppt/slideLayouts/slideLayout4.xml" Id="R2581bb94fa8e479c" /><Relationship Type="http://schemas.openxmlformats.org/officeDocument/2006/relationships/slideLayout" Target="/ppt/slideLayouts/slideLayout5.xml" Id="Rde171a19a6b542b2" /><Relationship Type="http://schemas.openxmlformats.org/officeDocument/2006/relationships/slideLayout" Target="/ppt/slideLayouts/slideLayout6.xml" Id="R346865272cd548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bb888881564b5b"/>
    <p:sldLayoutId xmlns:r="http://schemas.openxmlformats.org/officeDocument/2006/relationships" id="2147483650" r:id="R589aa54caf354265"/>
    <p:sldLayoutId xmlns:r="http://schemas.openxmlformats.org/officeDocument/2006/relationships" id="2147483651" r:id="Rfecc57206b9a4ec9"/>
    <p:sldLayoutId xmlns:r="http://schemas.openxmlformats.org/officeDocument/2006/relationships" id="2147483652" r:id="R2581bb94fa8e479c"/>
    <p:sldLayoutId xmlns:r="http://schemas.openxmlformats.org/officeDocument/2006/relationships" id="2147483653" r:id="Rde171a19a6b542b2"/>
    <p:sldLayoutId xmlns:r="http://schemas.openxmlformats.org/officeDocument/2006/relationships" id="2147483654" r:id="R346865272cd548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9136f41fe4b1a" /><Relationship Type="http://schemas.openxmlformats.org/officeDocument/2006/relationships/image" Target="/ppt/media/image.png" Id="R8f94fac2da114a9c" /><Relationship Type="http://schemas.openxmlformats.org/officeDocument/2006/relationships/notesSlide" Target="/ppt/notesSlides/notesSlide1.xml" Id="R6c8f0445f6524e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cab3e03e44f34" /><Relationship Type="http://schemas.openxmlformats.org/officeDocument/2006/relationships/image" Target="/ppt/media/image2.png" Id="Rdf7ea9f8098a409b" /><Relationship Type="http://schemas.openxmlformats.org/officeDocument/2006/relationships/notesSlide" Target="/ppt/notesSlides/notesSlide2.xml" Id="R7fff0a3541d941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8673141b14eef" /><Relationship Type="http://schemas.openxmlformats.org/officeDocument/2006/relationships/image" Target="/ppt/media/image3.png" Id="Rca2328d374304f9c" /><Relationship Type="http://schemas.openxmlformats.org/officeDocument/2006/relationships/image" Target="/ppt/media/image4.png" Id="Re7aac56808a248a0" /><Relationship Type="http://schemas.openxmlformats.org/officeDocument/2006/relationships/notesSlide" Target="/ppt/notesSlides/notesSlide3.xml" Id="R143bc442b1b645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cbb640a5447f1" /><Relationship Type="http://schemas.openxmlformats.org/officeDocument/2006/relationships/image" Target="/ppt/media/image5.png" Id="Re038b8ec3faa42b8" /><Relationship Type="http://schemas.openxmlformats.org/officeDocument/2006/relationships/notesSlide" Target="/ppt/notesSlides/notesSlide4.xml" Id="R3f5a4c61171a40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4df3f727349e6" /><Relationship Type="http://schemas.openxmlformats.org/officeDocument/2006/relationships/image" Target="/ppt/media/image6.png" Id="Rf1d1a39ca6504a9d" /><Relationship Type="http://schemas.openxmlformats.org/officeDocument/2006/relationships/image" Target="/ppt/media/image7.png" Id="Re8c70d166a614361" /><Relationship Type="http://schemas.openxmlformats.org/officeDocument/2006/relationships/notesSlide" Target="/ppt/notesSlides/notesSlide5.xml" Id="R5277dedd8ef149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74d1eac4d4103" /><Relationship Type="http://schemas.openxmlformats.org/officeDocument/2006/relationships/image" Target="/ppt/media/image8.png" Id="R7d99b8ce845f47dc" /><Relationship Type="http://schemas.openxmlformats.org/officeDocument/2006/relationships/notesSlide" Target="/ppt/notesSlides/notesSlide6.xml" Id="R323836ae997f41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25bf5c95740b5" /><Relationship Type="http://schemas.openxmlformats.org/officeDocument/2006/relationships/image" Target="/ppt/media/image9.png" Id="R8ae29d4abdb04e4b" /><Relationship Type="http://schemas.openxmlformats.org/officeDocument/2006/relationships/notesSlide" Target="/ppt/notesSlides/notesSlide7.xml" Id="Rd266def38f0845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f3f8d6e9f4f4d" /><Relationship Type="http://schemas.openxmlformats.org/officeDocument/2006/relationships/image" Target="/ppt/media/image10.png" Id="Rf97c4b1fd2bb43d3" /><Relationship Type="http://schemas.openxmlformats.org/officeDocument/2006/relationships/image" Target="/ppt/media/image11.png" Id="Rffc2ab674e214034" /><Relationship Type="http://schemas.openxmlformats.org/officeDocument/2006/relationships/notesSlide" Target="/ppt/notesSlides/notesSlide8.xml" Id="Rc4fe87f16db043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429e7ea534c02" /><Relationship Type="http://schemas.openxmlformats.org/officeDocument/2006/relationships/image" Target="/ppt/media/image12.png" Id="R70b3726217fa487d" /><Relationship Type="http://schemas.openxmlformats.org/officeDocument/2006/relationships/image" Target="/ppt/media/image13.png" Id="R1251ffe4a6b04692" /><Relationship Type="http://schemas.openxmlformats.org/officeDocument/2006/relationships/notesSlide" Target="/ppt/notesSlides/notesSlide9.xml" Id="R417f0d7763fc48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08772f0d442a4" /><Relationship Type="http://schemas.openxmlformats.org/officeDocument/2006/relationships/image" Target="/ppt/media/image14.png" Id="Rc7e5578d652f4835" /><Relationship Type="http://schemas.openxmlformats.org/officeDocument/2006/relationships/notesSlide" Target="/ppt/notesSlides/notesSlide10.xml" Id="Rfff91bdee81f4e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ad32193054af7" /><Relationship Type="http://schemas.openxmlformats.org/officeDocument/2006/relationships/image" Target="/ppt/media/image15.png" Id="R94d6bb1301364166" /><Relationship Type="http://schemas.openxmlformats.org/officeDocument/2006/relationships/notesSlide" Target="/ppt/notesSlides/notesSlide11.xml" Id="Rc331e14ed5d642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d419269db47df" /><Relationship Type="http://schemas.openxmlformats.org/officeDocument/2006/relationships/notesSlide" Target="/ppt/notesSlides/notesSlide12.xml" Id="Rf394a7b025464a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0a5cb54724135" /><Relationship Type="http://schemas.openxmlformats.org/officeDocument/2006/relationships/image" Target="/ppt/media/image16.png" Id="Re80da28d996d4b4a" /><Relationship Type="http://schemas.openxmlformats.org/officeDocument/2006/relationships/notesSlide" Target="/ppt/notesSlides/notesSlide13.xml" Id="Rcaf0760f47e440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3ee486d6246b0" /><Relationship Type="http://schemas.openxmlformats.org/officeDocument/2006/relationships/image" Target="/ppt/media/image17.png" Id="R42a2d10cb42d4e4c" /><Relationship Type="http://schemas.openxmlformats.org/officeDocument/2006/relationships/notesSlide" Target="/ppt/notesSlides/notesSlide14.xml" Id="R054c61cc37ee4e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2cd43b8f84cc3" /><Relationship Type="http://schemas.openxmlformats.org/officeDocument/2006/relationships/notesSlide" Target="/ppt/notesSlides/notesSlide15.xml" Id="R0ab0aac520b34b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E07D9-8E0D-467C-AC7B-3891C17890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4fac2da114a9c"/>
          <a:stretch xmlns:a="http://schemas.openxmlformats.org/drawingml/2006/main"/>
        </p:blipFill>
        <p:spPr>
          <a:xfrm xmlns:a="http://schemas.openxmlformats.org/drawingml/2006/main">
            <a:off x="5467350" y="570186"/>
            <a:ext cx="6477000" cy="5717628"/>
          </a:xfrm>
          <a:prstGeom xmlns:a="http://schemas.openxmlformats.org/drawingml/2006/main" prst="rect">
            <a:avLst/>
          </a:prstGeom>
        </p:spPr>
      </p:pic>
      <p:sp>
        <p:nvSpPr>
          <p:cNvPr id="2" name="DROIDS CODE">
            <a:extLst xmlns:a="http://schemas.openxmlformats.org/drawingml/2006/main">
              <a:ext uri="{FF2B5EF4-FFF2-40B4-BE49-F238E27FC236}">
                <a16:creationId xmlns:a16="http://schemas.microsoft.com/office/drawing/2014/main" id="{EE750FA3-C438-4E7F-9BF2-66FFB36C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DROIDS CODE</a:t>
            </a:r>
          </a:p>
        </p:txBody>
      </p:sp>
      <p:sp>
        <p:nvSpPr>
          <p:cNvPr id="3" name="A Cota Cortada">
            <a:extLst xmlns:a="http://schemas.openxmlformats.org/drawingml/2006/main">
              <a:ext uri="{FF2B5EF4-FFF2-40B4-BE49-F238E27FC236}">
                <a16:creationId xmlns:a16="http://schemas.microsoft.com/office/drawing/2014/main" id="{3765BEE4-C4FE-4DA3-969A-06C4B784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 Cota Cortada</a:t>
            </a:r>
          </a:p>
        </p:txBody>
      </p:sp>
      <p:sp>
        <p:nvSpPr>
          <p:cNvPr id="4" name="Uma história sobre aprender">
            <a:extLst xmlns:a="http://schemas.openxmlformats.org/drawingml/2006/main">
              <a:ext uri="{FF2B5EF4-FFF2-40B4-BE49-F238E27FC236}">
                <a16:creationId xmlns:a16="http://schemas.microsoft.com/office/drawing/2014/main" id="{50981D64-69D9-43EA-BA62-9BF0EAD8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Uma história sobre aprender</a:t>
            </a:r>
          </a:p>
          <a:p xmlns:a="http://schemas.openxmlformats.org/drawingml/2006/main">
            <a: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 consertar — e escolher</a:t>
            </a:r>
          </a:p>
          <a:p xmlns:a="http://schemas.openxmlformats.org/drawingml/2006/main">
            <a: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que deve mudar.</a:t>
            </a:r>
          </a:p>
        </p:txBody>
      </p:sp>
    </p:spTree>
    <p:extLst>
      <p:ext uri="{BB962C8B-B14F-4D97-AF65-F5344CB8AC3E}">
        <p14:creationId xmlns:p14="http://schemas.microsoft.com/office/powerpoint/2010/main" val="811486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2079 · Ferrovale">
            <a:extLst xmlns:a="http://schemas.openxmlformats.org/drawingml/2006/main">
              <a:ext uri="{FF2B5EF4-FFF2-40B4-BE49-F238E27FC236}">
                <a16:creationId xmlns:a16="http://schemas.microsoft.com/office/drawing/2014/main" id="{B89DA2E0-DFCC-43E5-AED8-9C5E1532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2079 · Ferrovale</a:t>
            </a:r>
          </a:p>
        </p:txBody>
      </p:sp>
      <p:sp>
        <p:nvSpPr>
          <p:cNvPr id="2" name="Uma cidade de sucata. A sobrevivência passa pela água.">
            <a:extLst xmlns:a="http://schemas.openxmlformats.org/drawingml/2006/main">
              <a:ext uri="{FF2B5EF4-FFF2-40B4-BE49-F238E27FC236}">
                <a16:creationId xmlns:a16="http://schemas.microsoft.com/office/drawing/2014/main" id="{BE0E7E5C-4A23-4907-B143-353495B2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Uma cidade de sucata. A sobrevivência passa pela água.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2C4FC-C8BC-48BB-AD16-0E2A9CC13C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ea9f8098a409b"/>
          <a:stretch xmlns:a="http://schemas.openxmlformats.org/drawingml/2006/main"/>
        </p:blipFill>
        <p:spPr>
          <a:xfrm xmlns:a="http://schemas.openxmlformats.org/drawingml/2006/main">
            <a:off x="1524000" y="1476375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57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ip e Apollo">
            <a:extLst xmlns:a="http://schemas.openxmlformats.org/drawingml/2006/main">
              <a:ext uri="{FF2B5EF4-FFF2-40B4-BE49-F238E27FC236}">
                <a16:creationId xmlns:a16="http://schemas.microsoft.com/office/drawing/2014/main" id="{F59A2851-3E1C-46B4-BD18-5F7E5BB3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Lip e Apollo</a:t>
            </a:r>
          </a:p>
        </p:txBody>
      </p:sp>
      <p:sp>
        <p:nvSpPr>
          <p:cNvPr id="2" name="Sete anos de convivência">
            <a:extLst xmlns:a="http://schemas.openxmlformats.org/drawingml/2006/main">
              <a:ext uri="{FF2B5EF4-FFF2-40B4-BE49-F238E27FC236}">
                <a16:creationId xmlns:a16="http://schemas.microsoft.com/office/drawing/2014/main" id="{ECF78051-AC61-4988-95A2-87674810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Sete anos de convivência</a:t>
            </a:r>
          </a:p>
          <a:p xmlns:a="http://schemas.openxmlformats.org/drawingml/2006/main">
            <a: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transformaram sucata</a:t>
            </a:r>
          </a:p>
          <a:p xmlns:a="http://schemas.openxmlformats.org/drawingml/2006/main">
            <a:pPr>
              <a:defRPr sz="2550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em companhia.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7302D-D91D-471D-9334-206E980AE5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328d374304f9c"/>
          <a:stretch xmlns:a="http://schemas.openxmlformats.org/drawingml/2006/main"/>
        </p:blipFill>
        <p:spPr>
          <a:xfrm xmlns:a="http://schemas.openxmlformats.org/drawingml/2006/main">
            <a:off x="5905500" y="1714500"/>
            <a:ext cx="1809750" cy="2952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2A85A-3851-4A80-B1DF-09FBBF403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ac56808a248a0"/>
          <a:stretch xmlns:a="http://schemas.openxmlformats.org/drawingml/2006/main"/>
        </p:blipFill>
        <p:spPr>
          <a:xfrm xmlns:a="http://schemas.openxmlformats.org/drawingml/2006/main">
            <a:off x="9048750" y="1714500"/>
            <a:ext cx="180975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Lip">
            <a:extLst xmlns:a="http://schemas.openxmlformats.org/drawingml/2006/main">
              <a:ext uri="{FF2B5EF4-FFF2-40B4-BE49-F238E27FC236}">
                <a16:creationId xmlns:a16="http://schemas.microsoft.com/office/drawing/2014/main" id="{BF653627-D6CD-4F56-B179-C26C39EB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Lip</a:t>
            </a:r>
          </a:p>
        </p:txBody>
      </p:sp>
      <p:sp>
        <p:nvSpPr>
          <p:cNvPr id="6" name="Apollo">
            <a:extLst xmlns:a="http://schemas.openxmlformats.org/drawingml/2006/main">
              <a:ext uri="{FF2B5EF4-FFF2-40B4-BE49-F238E27FC236}">
                <a16:creationId xmlns:a16="http://schemas.microsoft.com/office/drawing/2014/main" id="{6DA32198-1A61-45D4-81F3-88CD0630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95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Apollo</a:t>
            </a:r>
          </a:p>
        </p:txBody>
      </p:sp>
      <p:sp>
        <p:nvSpPr>
          <p:cNvPr id="7" name="Conserta máquinas.">
            <a:extLst xmlns:a="http://schemas.openxmlformats.org/drawingml/2006/main">
              <a:ext uri="{FF2B5EF4-FFF2-40B4-BE49-F238E27FC236}">
                <a16:creationId xmlns:a16="http://schemas.microsoft.com/office/drawing/2014/main" id="{AA355FA3-0E31-4840-AC72-01CAA9C9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150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Conserta máquinas.</a:t>
            </a:r>
          </a:p>
        </p:txBody>
      </p:sp>
      <p:sp>
        <p:nvSpPr>
          <p:cNvPr id="8" name="Ensina a tentar.">
            <a:extLst xmlns:a="http://schemas.openxmlformats.org/drawingml/2006/main">
              <a:ext uri="{FF2B5EF4-FFF2-40B4-BE49-F238E27FC236}">
                <a16:creationId xmlns:a16="http://schemas.microsoft.com/office/drawing/2014/main" id="{80EBAB9F-10D1-49A5-96EB-ED24BAE0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150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Ensina a tentar.</a:t>
            </a:r>
          </a:p>
        </p:txBody>
      </p:sp>
    </p:spTree>
    <p:extLst>
      <p:ext uri="{BB962C8B-B14F-4D97-AF65-F5344CB8AC3E}">
        <p14:creationId xmlns:p14="http://schemas.microsoft.com/office/powerpoint/2010/main" val="51247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udo começa">
            <a:extLst xmlns:a="http://schemas.openxmlformats.org/drawingml/2006/main">
              <a:ext uri="{FF2B5EF4-FFF2-40B4-BE49-F238E27FC236}">
                <a16:creationId xmlns:a16="http://schemas.microsoft.com/office/drawing/2014/main" id="{8DCC042C-6665-404B-8503-62CAE5C2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4857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Tudo começa</a:t>
            </a:r>
          </a:p>
          <a:p xmlns:a="http://schemas.openxmlformats.org/drawingml/2006/main">
            <a:pPr>
              <a:defRPr sz="397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em casa</a:t>
            </a:r>
          </a:p>
        </p:txBody>
      </p:sp>
      <p:sp>
        <p:nvSpPr>
          <p:cNvPr id="2" name="Um gerador parado.">
            <a:extLst xmlns:a="http://schemas.openxmlformats.org/drawingml/2006/main">
              <a:ext uri="{FF2B5EF4-FFF2-40B4-BE49-F238E27FC236}">
                <a16:creationId xmlns:a16="http://schemas.microsoft.com/office/drawing/2014/main" id="{89636246-C029-4304-AACD-1715E2AA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Um gerador parado.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Um laço de código.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 primeira água volta.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F15A0-F869-4FED-8269-30D78D96A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8b8ec3faa42b8"/>
          <a:stretch xmlns:a="http://schemas.openxmlformats.org/drawingml/2006/main"/>
        </p:blipFill>
        <p:spPr>
          <a:xfrm xmlns:a="http://schemas.openxmlformats.org/drawingml/2006/main">
            <a:off x="6043083" y="238125"/>
            <a:ext cx="4963583" cy="638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19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 cota cortada">
            <a:extLst xmlns:a="http://schemas.openxmlformats.org/drawingml/2006/main">
              <a:ext uri="{FF2B5EF4-FFF2-40B4-BE49-F238E27FC236}">
                <a16:creationId xmlns:a16="http://schemas.microsoft.com/office/drawing/2014/main" id="{EB334707-48FB-44F6-A9BA-35180B7D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 cota cortada</a:t>
            </a:r>
          </a:p>
        </p:txBody>
      </p:sp>
      <p:sp>
        <p:nvSpPr>
          <p:cNvPr id="2" name="12 → 6 litros">
            <a:extLst xmlns:a="http://schemas.openxmlformats.org/drawingml/2006/main">
              <a:ext uri="{FF2B5EF4-FFF2-40B4-BE49-F238E27FC236}">
                <a16:creationId xmlns:a16="http://schemas.microsoft.com/office/drawing/2014/main" id="{B85A309B-AC1A-48D7-A7E0-C5EC20F0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495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12 → 6 litros</a:t>
            </a:r>
          </a:p>
        </p:txBody>
      </p:sp>
      <p:sp>
        <p:nvSpPr>
          <p:cNvPr id="3" name="Por pessoa, por dia.">
            <a:extLst xmlns:a="http://schemas.openxmlformats.org/drawingml/2006/main">
              <a:ext uri="{FF2B5EF4-FFF2-40B4-BE49-F238E27FC236}">
                <a16:creationId xmlns:a16="http://schemas.microsoft.com/office/drawing/2014/main" id="{05BFD812-5EEE-4B86-88B8-4BFEDC61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Por pessoa, por dia.</a:t>
            </a:r>
          </a:p>
        </p:txBody>
      </p:sp>
      <p:sp>
        <p:nvSpPr>
          <p:cNvPr id="4" name="Dara espera na fila.">
            <a:extLst xmlns:a="http://schemas.openxmlformats.org/drawingml/2006/main">
              <a:ext uri="{FF2B5EF4-FFF2-40B4-BE49-F238E27FC236}">
                <a16:creationId xmlns:a16="http://schemas.microsoft.com/office/drawing/2014/main" id="{133FD3D7-1E32-4BCA-899A-A549A9C0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Dara espera na fila.</a:t>
            </a:r>
          </a:p>
          <a:p xmlns:a="http://schemas.openxmlformats.org/drawingml/2006/main">
            <a:pPr>
              <a:defRPr sz="23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Lip começa a fazer perguntas.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C62C5-3A5F-487D-83F9-85DCFCA047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1a39ca6504a9d"/>
          <a:stretch xmlns:a="http://schemas.openxmlformats.org/drawingml/2006/main"/>
        </p:blipFill>
        <p:spPr>
          <a:xfrm xmlns:a="http://schemas.openxmlformats.org/drawingml/2006/main">
            <a:off x="6405563" y="2047875"/>
            <a:ext cx="1666875" cy="2857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66933-FAE4-4057-A647-386063E1D9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70d166a614361"/>
          <a:stretch xmlns:a="http://schemas.openxmlformats.org/drawingml/2006/main"/>
        </p:blipFill>
        <p:spPr>
          <a:xfrm xmlns:a="http://schemas.openxmlformats.org/drawingml/2006/main">
            <a:off x="9258300" y="2047875"/>
            <a:ext cx="16764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Dara">
            <a:extLst xmlns:a="http://schemas.openxmlformats.org/drawingml/2006/main">
              <a:ext uri="{FF2B5EF4-FFF2-40B4-BE49-F238E27FC236}">
                <a16:creationId xmlns:a16="http://schemas.microsoft.com/office/drawing/2014/main" id="{ADF5F230-8803-4B11-9824-C3C5F21C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3400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Dara</a:t>
            </a:r>
          </a:p>
        </p:txBody>
      </p:sp>
      <p:sp>
        <p:nvSpPr>
          <p:cNvPr id="8" name="Homem da fila">
            <a:extLst xmlns:a="http://schemas.openxmlformats.org/drawingml/2006/main">
              <a:ext uri="{FF2B5EF4-FFF2-40B4-BE49-F238E27FC236}">
                <a16:creationId xmlns:a16="http://schemas.microsoft.com/office/drawing/2014/main" id="{EC16ECA7-0B09-40F9-8A02-683100AA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340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Homem da fila</a:t>
            </a:r>
          </a:p>
        </p:txBody>
      </p:sp>
    </p:spTree>
    <p:extLst>
      <p:ext uri="{BB962C8B-B14F-4D97-AF65-F5344CB8AC3E}">
        <p14:creationId xmlns:p14="http://schemas.microsoft.com/office/powerpoint/2010/main" val="361843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Uma cidade, várias versões">
            <a:extLst xmlns:a="http://schemas.openxmlformats.org/drawingml/2006/main">
              <a:ext uri="{FF2B5EF4-FFF2-40B4-BE49-F238E27FC236}">
                <a16:creationId xmlns:a16="http://schemas.microsoft.com/office/drawing/2014/main" id="{0395CCEB-B807-4A5D-AC70-2AA8EEEC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Uma cidade, várias versões</a:t>
            </a:r>
          </a:p>
        </p:txBody>
      </p:sp>
      <p:sp>
        <p:nvSpPr>
          <p:cNvPr id="2" name="Ouvir os moradores é parte da investigação.">
            <a:extLst xmlns:a="http://schemas.openxmlformats.org/drawingml/2006/main">
              <a:ext uri="{FF2B5EF4-FFF2-40B4-BE49-F238E27FC236}">
                <a16:creationId xmlns:a16="http://schemas.microsoft.com/office/drawing/2014/main" id="{0F24D733-B53F-4B96-B7FE-69B70790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Ouvir os moradores é parte da investigação.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1CABD-F2C9-4E17-BD0B-2050E36D5E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9b8ce845f47dc"/>
          <a:stretch xmlns:a="http://schemas.openxmlformats.org/drawingml/2006/main"/>
        </p:blipFill>
        <p:spPr>
          <a:xfrm xmlns:a="http://schemas.openxmlformats.org/drawingml/2006/main">
            <a:off x="1524000" y="1476375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25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ravessia da Cratera">
            <a:extLst xmlns:a="http://schemas.openxmlformats.org/drawingml/2006/main">
              <a:ext uri="{FF2B5EF4-FFF2-40B4-BE49-F238E27FC236}">
                <a16:creationId xmlns:a16="http://schemas.microsoft.com/office/drawing/2014/main" id="{72B65211-7A6D-4876-9675-43A35E61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 travessia da Cratera</a:t>
            </a:r>
          </a:p>
        </p:txBody>
      </p:sp>
      <p:sp>
        <p:nvSpPr>
          <p:cNvPr id="2" name="Ruínas de cidades. Máquinas hostis. O caminho até a Estação 7.">
            <a:extLst xmlns:a="http://schemas.openxmlformats.org/drawingml/2006/main">
              <a:ext uri="{FF2B5EF4-FFF2-40B4-BE49-F238E27FC236}">
                <a16:creationId xmlns:a16="http://schemas.microsoft.com/office/drawing/2014/main" id="{A3DF2459-FE4A-4ED2-9EF2-05760B8D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Ruínas de cidades. Máquinas hostis. O caminho até a Estação 7.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BE899-6483-4B6F-8C89-CE27D76FED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29d4abdb04e4b"/>
          <a:stretch xmlns:a="http://schemas.openxmlformats.org/drawingml/2006/main"/>
        </p:blipFill>
        <p:spPr>
          <a:xfrm xmlns:a="http://schemas.openxmlformats.org/drawingml/2006/main">
            <a:off x="1595438" y="1476375"/>
            <a:ext cx="9001125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72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rês caminhos">
            <a:extLst xmlns:a="http://schemas.openxmlformats.org/drawingml/2006/main">
              <a:ext uri="{FF2B5EF4-FFF2-40B4-BE49-F238E27FC236}">
                <a16:creationId xmlns:a16="http://schemas.microsoft.com/office/drawing/2014/main" id="{A6A37057-3442-4D58-938C-49468ED9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Três caminhos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AE9EE-7363-493C-805B-5FF7CA155B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c4b1fd2bb43d3"/>
          <a:stretch xmlns:a="http://schemas.openxmlformats.org/drawingml/2006/main"/>
        </p:blipFill>
        <p:spPr>
          <a:xfrm xmlns:a="http://schemas.openxmlformats.org/drawingml/2006/main">
            <a:off x="2000250" y="1381125"/>
            <a:ext cx="1333500" cy="2286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A1F81-00BA-42EC-9531-33548B4B96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2ab674e214034"/>
          <a:stretch xmlns:a="http://schemas.openxmlformats.org/drawingml/2006/main"/>
        </p:blipFill>
        <p:spPr>
          <a:xfrm xmlns:a="http://schemas.openxmlformats.org/drawingml/2006/main">
            <a:off x="7762875" y="1381125"/>
            <a:ext cx="1428750" cy="2286000"/>
          </a:xfrm>
          <a:prstGeom xmlns:a="http://schemas.openxmlformats.org/drawingml/2006/main" prst="rect">
            <a:avLst/>
          </a:prstGeom>
        </p:spPr>
      </p:pic>
      <p:sp>
        <p:nvSpPr>
          <p:cNvPr id="4" name="Flor de Ferro">
            <a:extLst xmlns:a="http://schemas.openxmlformats.org/drawingml/2006/main">
              <a:ext uri="{FF2B5EF4-FFF2-40B4-BE49-F238E27FC236}">
                <a16:creationId xmlns:a16="http://schemas.microsoft.com/office/drawing/2014/main" id="{7E50097A-E028-4604-8D74-3BC44DE1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Flor de Ferro</a:t>
            </a:r>
          </a:p>
        </p:txBody>
      </p:sp>
      <p:sp>
        <p:nvSpPr>
          <p:cNvPr id="5" name="Rasha propõe enfrentar.">
            <a:extLst xmlns:a="http://schemas.openxmlformats.org/drawingml/2006/main">
              <a:ext uri="{FF2B5EF4-FFF2-40B4-BE49-F238E27FC236}">
                <a16:creationId xmlns:a16="http://schemas.microsoft.com/office/drawing/2014/main" id="{3991A653-C24E-4A5B-8B8C-A3EFB92D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Rasha propõe enfrentar.</a:t>
            </a:r>
          </a:p>
        </p:txBody>
      </p:sp>
      <p:sp>
        <p:nvSpPr>
          <p:cNvPr id="6" name="Lótus Branca">
            <a:extLst xmlns:a="http://schemas.openxmlformats.org/drawingml/2006/main">
              <a:ext uri="{FF2B5EF4-FFF2-40B4-BE49-F238E27FC236}">
                <a16:creationId xmlns:a16="http://schemas.microsoft.com/office/drawing/2014/main" id="{EA6F5617-014A-4D22-992D-7A3E0427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Lótus Branca</a:t>
            </a:r>
          </a:p>
        </p:txBody>
      </p:sp>
      <p:sp>
        <p:nvSpPr>
          <p:cNvPr id="7" name="Teodoro propõe negociar.">
            <a:extLst xmlns:a="http://schemas.openxmlformats.org/drawingml/2006/main">
              <a:ext uri="{FF2B5EF4-FFF2-40B4-BE49-F238E27FC236}">
                <a16:creationId xmlns:a16="http://schemas.microsoft.com/office/drawing/2014/main" id="{26EA535A-01D6-4DC6-AA06-E05FE14E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Teodoro propõe negociar.</a:t>
            </a:r>
          </a:p>
        </p:txBody>
      </p:sp>
      <p:sp>
        <p:nvSpPr>
          <p:cNvPr id="8" name="Desgarrado · seguir sem facção, assumindo o próprio caminho.">
            <a:extLst xmlns:a="http://schemas.openxmlformats.org/drawingml/2006/main">
              <a:ext uri="{FF2B5EF4-FFF2-40B4-BE49-F238E27FC236}">
                <a16:creationId xmlns:a16="http://schemas.microsoft.com/office/drawing/2014/main" id="{9FF81E68-60FB-4403-B855-AB84BF87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Desgarrado · seguir sem facção, assumindo o próprio caminho.</a:t>
            </a:r>
          </a:p>
        </p:txBody>
      </p:sp>
    </p:spTree>
    <p:extLst>
      <p:ext uri="{BB962C8B-B14F-4D97-AF65-F5344CB8AC3E}">
        <p14:creationId xmlns:p14="http://schemas.microsoft.com/office/powerpoint/2010/main" val="183379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Ivo Rangel">
            <a:extLst xmlns:a="http://schemas.openxmlformats.org/drawingml/2006/main">
              <a:ext uri="{FF2B5EF4-FFF2-40B4-BE49-F238E27FC236}">
                <a16:creationId xmlns:a16="http://schemas.microsoft.com/office/drawing/2014/main" id="{E1F230EA-84F1-4AEF-9CFC-A9D34572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Ivo Rangel</a:t>
            </a:r>
          </a:p>
        </p:txBody>
      </p:sp>
      <p:sp>
        <p:nvSpPr>
          <p:cNvPr id="2" name="O técnico da estação">
            <a:extLst xmlns:a="http://schemas.openxmlformats.org/drawingml/2006/main">
              <a:ext uri="{FF2B5EF4-FFF2-40B4-BE49-F238E27FC236}">
                <a16:creationId xmlns:a16="http://schemas.microsoft.com/office/drawing/2014/main" id="{5473F680-20DD-4D98-B296-534FA40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técnico da estação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tenta negociar com a Apex.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Seu desespero vira conflito.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DF1E3-8A4E-4018-8624-C0ACFA29D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3726217fa487d"/>
          <a:stretch xmlns:a="http://schemas.openxmlformats.org/drawingml/2006/main"/>
        </p:blipFill>
        <p:spPr>
          <a:xfrm xmlns:a="http://schemas.openxmlformats.org/drawingml/2006/main">
            <a:off x="1909763" y="3095625"/>
            <a:ext cx="1609725" cy="25241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41582-E898-4428-ACF4-7D0A845613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1ffe4a6b04692"/>
          <a:stretch xmlns:a="http://schemas.openxmlformats.org/drawingml/2006/main"/>
        </p:blipFill>
        <p:spPr>
          <a:xfrm xmlns:a="http://schemas.openxmlformats.org/drawingml/2006/main">
            <a:off x="5334000" y="2286000"/>
            <a:ext cx="62865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7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ma vitória que deixa marcas">
            <a:extLst xmlns:a="http://schemas.openxmlformats.org/drawingml/2006/main">
              <a:ext uri="{FF2B5EF4-FFF2-40B4-BE49-F238E27FC236}">
                <a16:creationId xmlns:a16="http://schemas.microsoft.com/office/drawing/2014/main" id="{03C93CE4-C646-416F-837E-2B6535D8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Uma vitória que deixa marcas</a:t>
            </a:r>
          </a:p>
        </p:txBody>
      </p:sp>
      <p:sp>
        <p:nvSpPr>
          <p:cNvPr id="2" name="A água volta.">
            <a:extLst xmlns:a="http://schemas.openxmlformats.org/drawingml/2006/main">
              <a:ext uri="{FF2B5EF4-FFF2-40B4-BE49-F238E27FC236}">
                <a16:creationId xmlns:a16="http://schemas.microsoft.com/office/drawing/2014/main" id="{42DAEC56-DF79-4EF6-9DAC-A95E3C2B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600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 água volta.</a:t>
            </a:r>
          </a:p>
        </p:txBody>
      </p:sp>
      <p:sp>
        <p:nvSpPr>
          <p:cNvPr id="3" name="Apollo perde as gravações">
            <a:extLst xmlns:a="http://schemas.openxmlformats.org/drawingml/2006/main">
              <a:ext uri="{FF2B5EF4-FFF2-40B4-BE49-F238E27FC236}">
                <a16:creationId xmlns:a16="http://schemas.microsoft.com/office/drawing/2014/main" id="{B786F7A9-D63E-439A-8230-0150C5C4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Apollo perde as gravações</a:t>
            </a:r>
          </a:p>
          <a:p xmlns:a="http://schemas.openxmlformats.org/drawingml/2006/main">
            <a: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da voz da mãe de Lip.</a:t>
            </a:r>
          </a:p>
        </p:txBody>
      </p:sp>
      <p:sp>
        <p:nvSpPr>
          <p:cNvPr id="4" name="Na oficina, Quirino conserta sua perna.">
            <a:extLst xmlns:a="http://schemas.openxmlformats.org/drawingml/2006/main">
              <a:ext uri="{FF2B5EF4-FFF2-40B4-BE49-F238E27FC236}">
                <a16:creationId xmlns:a16="http://schemas.microsoft.com/office/drawing/2014/main" id="{7C6EB9E0-4977-43BA-A28C-D0195A92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Na oficina, Quirino conserta sua perna.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Há alegria — e há perda.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52E42-11C3-4029-9A37-AAE08B4832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5578d652f4835"/>
          <a:stretch xmlns:a="http://schemas.openxmlformats.org/drawingml/2006/main"/>
        </p:blipFill>
        <p:spPr>
          <a:xfrm xmlns:a="http://schemas.openxmlformats.org/drawingml/2006/main">
            <a:off x="8567738" y="2095500"/>
            <a:ext cx="2009775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2259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 oferta da Apex">
            <a:extLst xmlns:a="http://schemas.openxmlformats.org/drawingml/2006/main">
              <a:ext uri="{FF2B5EF4-FFF2-40B4-BE49-F238E27FC236}">
                <a16:creationId xmlns:a16="http://schemas.microsoft.com/office/drawing/2014/main" id="{681C5D78-FB83-4F79-B029-511F2017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 oferta da Apex</a:t>
            </a:r>
          </a:p>
        </p:txBody>
      </p:sp>
      <p:sp>
        <p:nvSpPr>
          <p:cNvPr id="2" name="18 litros por pessoa.">
            <a:extLst xmlns:a="http://schemas.openxmlformats.org/drawingml/2006/main">
              <a:ext uri="{FF2B5EF4-FFF2-40B4-BE49-F238E27FC236}">
                <a16:creationId xmlns:a16="http://schemas.microsoft.com/office/drawing/2014/main" id="{8FC7212A-22F3-4D7F-8CCC-90CF0AE4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18 litros por pessoa.</a:t>
            </a:r>
          </a:p>
        </p:txBody>
      </p:sp>
      <p:sp>
        <p:nvSpPr>
          <p:cNvPr id="3" name="Em troca: o censo e a entrega">
            <a:extLst xmlns:a="http://schemas.openxmlformats.org/drawingml/2006/main">
              <a:ext uri="{FF2B5EF4-FFF2-40B4-BE49-F238E27FC236}">
                <a16:creationId xmlns:a16="http://schemas.microsoft.com/office/drawing/2014/main" id="{369CD4FA-00A7-45F5-AEAE-13BAC4B4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7334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Em troca: o censo e a entrega</a:t>
            </a:r>
          </a:p>
          <a:p xmlns:a="http://schemas.openxmlformats.org/drawingml/2006/main">
            <a:pPr>
              <a:defRPr sz="262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dos droids não registrados.</a:t>
            </a:r>
          </a:p>
        </p:txBody>
      </p:sp>
      <p:sp>
        <p:nvSpPr>
          <p:cNvPr id="4" name="Nadir cumpre o que promete.">
            <a:extLst xmlns:a="http://schemas.openxmlformats.org/drawingml/2006/main">
              <a:ext uri="{FF2B5EF4-FFF2-40B4-BE49-F238E27FC236}">
                <a16:creationId xmlns:a16="http://schemas.microsoft.com/office/drawing/2014/main" id="{00099CD9-3A29-43B3-8079-19A2BB7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Nadir cumpre o que promete.</a:t>
            </a:r>
          </a:p>
          <a:p xmlns:a="http://schemas.openxmlformats.org/drawingml/2006/main">
            <a:pPr>
              <a:defRPr sz="21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conflito está no preço.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D4225-ED79-4E0F-AD9D-5A454C2A1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6bb1301364166"/>
          <a:stretch xmlns:a="http://schemas.openxmlformats.org/drawingml/2006/main"/>
        </p:blipFill>
        <p:spPr>
          <a:xfrm xmlns:a="http://schemas.openxmlformats.org/drawingml/2006/main">
            <a:off x="9134475" y="2333625"/>
            <a:ext cx="15430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291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o conserto à autoria">
            <a:extLst xmlns:a="http://schemas.openxmlformats.org/drawingml/2006/main">
              <a:ext uri="{FF2B5EF4-FFF2-40B4-BE49-F238E27FC236}">
                <a16:creationId xmlns:a16="http://schemas.microsoft.com/office/drawing/2014/main" id="{82F7BA96-7A08-4356-AE70-AAE8CB07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Do conserto à autoria</a:t>
            </a:r>
          </a:p>
        </p:txBody>
      </p:sp>
      <p:sp>
        <p:nvSpPr>
          <p:cNvPr id="2" name="ATO 1">
            <a:extLst xmlns:a="http://schemas.openxmlformats.org/drawingml/2006/main">
              <a:ext uri="{FF2B5EF4-FFF2-40B4-BE49-F238E27FC236}">
                <a16:creationId xmlns:a16="http://schemas.microsoft.com/office/drawing/2014/main" id="{0563C684-B5D3-4726-A821-FDB0B881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ATO 1</a:t>
            </a:r>
          </a:p>
        </p:txBody>
      </p:sp>
      <p:sp>
        <p:nvSpPr>
          <p:cNvPr id="3" name="Posso consertar?">
            <a:extLst xmlns:a="http://schemas.openxmlformats.org/drawingml/2006/main">
              <a:ext uri="{FF2B5EF4-FFF2-40B4-BE49-F238E27FC236}">
                <a16:creationId xmlns:a16="http://schemas.microsoft.com/office/drawing/2014/main" id="{D8A960B9-7AAB-4A58-809A-20A52F50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Posso consertar?</a:t>
            </a:r>
          </a:p>
        </p:txBody>
      </p:sp>
      <p:sp>
        <p:nvSpPr>
          <p:cNvPr id="4" name="A água de uma cidade.">
            <a:extLst xmlns:a="http://schemas.openxmlformats.org/drawingml/2006/main">
              <a:ext uri="{FF2B5EF4-FFF2-40B4-BE49-F238E27FC236}">
                <a16:creationId xmlns:a16="http://schemas.microsoft.com/office/drawing/2014/main" id="{5E263001-AE70-4FBC-9EF3-8B959502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 água de uma cidade.</a:t>
            </a:r>
          </a:p>
        </p:txBody>
      </p:sp>
      <p:sp>
        <p:nvSpPr>
          <p:cNvPr id="5" name="O erro é informação.">
            <a:extLst xmlns:a="http://schemas.openxmlformats.org/drawingml/2006/main">
              <a:ext uri="{FF2B5EF4-FFF2-40B4-BE49-F238E27FC236}">
                <a16:creationId xmlns:a16="http://schemas.microsoft.com/office/drawing/2014/main" id="{2BA9CF9E-D8BF-4B20-9619-AC74AF6E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O erro é informação.</a:t>
            </a:r>
          </a:p>
        </p:txBody>
      </p:sp>
      <p:sp>
        <p:nvSpPr>
          <p:cNvPr id="6" name="ATO 2">
            <a:extLst xmlns:a="http://schemas.openxmlformats.org/drawingml/2006/main">
              <a:ext uri="{FF2B5EF4-FFF2-40B4-BE49-F238E27FC236}">
                <a16:creationId xmlns:a16="http://schemas.microsoft.com/office/drawing/2014/main" id="{21D78000-A06C-4C0D-A189-D855355F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383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ATO 2</a:t>
            </a:r>
          </a:p>
        </p:txBody>
      </p:sp>
      <p:sp>
        <p:nvSpPr>
          <p:cNvPr id="7" name="Quem me escreveu?">
            <a:extLst xmlns:a="http://schemas.openxmlformats.org/drawingml/2006/main">
              <a:ext uri="{FF2B5EF4-FFF2-40B4-BE49-F238E27FC236}">
                <a16:creationId xmlns:a16="http://schemas.microsoft.com/office/drawing/2014/main" id="{346E725C-2AE0-4F9B-B765-6F51CC8A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Quem me escreveu?</a:t>
            </a:r>
          </a:p>
        </p:txBody>
      </p:sp>
      <p:sp>
        <p:nvSpPr>
          <p:cNvPr id="8" name="A origem de Apollo.">
            <a:extLst xmlns:a="http://schemas.openxmlformats.org/drawingml/2006/main">
              <a:ext uri="{FF2B5EF4-FFF2-40B4-BE49-F238E27FC236}">
                <a16:creationId xmlns:a16="http://schemas.microsoft.com/office/drawing/2014/main" id="{83D0A284-7F6D-47DA-9CDE-15CCA013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195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 origem de Apollo.</a:t>
            </a:r>
          </a:p>
        </p:txBody>
      </p:sp>
      <p:sp>
        <p:nvSpPr>
          <p:cNvPr id="9" name="O histórico de versões.">
            <a:extLst xmlns:a="http://schemas.openxmlformats.org/drawingml/2006/main">
              <a:ext uri="{FF2B5EF4-FFF2-40B4-BE49-F238E27FC236}">
                <a16:creationId xmlns:a16="http://schemas.microsoft.com/office/drawing/2014/main" id="{0A82CE71-851B-4259-86D3-7BDADC15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86375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O histórico de versões.</a:t>
            </a:r>
          </a:p>
        </p:txBody>
      </p:sp>
      <p:sp>
        <p:nvSpPr>
          <p:cNvPr id="10" name="ATO 3">
            <a:extLst xmlns:a="http://schemas.openxmlformats.org/drawingml/2006/main">
              <a:ext uri="{FF2B5EF4-FFF2-40B4-BE49-F238E27FC236}">
                <a16:creationId xmlns:a16="http://schemas.microsoft.com/office/drawing/2014/main" id="{E8EF820D-E5B9-488B-B15B-AD7F049C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383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ATO 3</a:t>
            </a:r>
          </a:p>
        </p:txBody>
      </p:sp>
      <p:sp>
        <p:nvSpPr>
          <p:cNvPr id="11" name="Quem eu escrevo?">
            <a:extLst xmlns:a="http://schemas.openxmlformats.org/drawingml/2006/main">
              <a:ext uri="{FF2B5EF4-FFF2-40B4-BE49-F238E27FC236}">
                <a16:creationId xmlns:a16="http://schemas.microsoft.com/office/drawing/2014/main" id="{28DC6254-3AC6-4236-855A-1BBAA581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Quem eu escrevo?</a:t>
            </a:r>
          </a:p>
        </p:txBody>
      </p:sp>
      <p:sp>
        <p:nvSpPr>
          <p:cNvPr id="12" name="A regra de um sistema.">
            <a:extLst xmlns:a="http://schemas.openxmlformats.org/drawingml/2006/main">
              <a:ext uri="{FF2B5EF4-FFF2-40B4-BE49-F238E27FC236}">
                <a16:creationId xmlns:a16="http://schemas.microsoft.com/office/drawing/2014/main" id="{2056B556-698F-41CE-A702-0630A08B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95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 regra de um sistema.</a:t>
            </a:r>
          </a:p>
        </p:txBody>
      </p:sp>
      <p:sp>
        <p:nvSpPr>
          <p:cNvPr id="13" name="Leia o meu erro.">
            <a:extLst xmlns:a="http://schemas.openxmlformats.org/drawingml/2006/main">
              <a:ext uri="{FF2B5EF4-FFF2-40B4-BE49-F238E27FC236}">
                <a16:creationId xmlns:a16="http://schemas.microsoft.com/office/drawing/2014/main" id="{35E8DF35-D4F4-4E1F-90F7-37DE8F69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86375"/>
            <a:ext cx="3476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Leia o meu erro.</a:t>
            </a:r>
          </a:p>
        </p:txBody>
      </p:sp>
      <p:sp>
        <p:nvSpPr>
          <p:cNvPr id="14" name="Arco narrativo planejado">
            <a:extLst xmlns:a="http://schemas.openxmlformats.org/drawingml/2006/main">
              <a:ext uri="{FF2B5EF4-FFF2-40B4-BE49-F238E27FC236}">
                <a16:creationId xmlns:a16="http://schemas.microsoft.com/office/drawing/2014/main" id="{BC3B02B0-C9EF-49A3-B43C-6CEC3D59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Arco narrativo planejado</a:t>
            </a:r>
          </a:p>
        </p:txBody>
      </p:sp>
    </p:spTree>
    <p:extLst>
      <p:ext uri="{BB962C8B-B14F-4D97-AF65-F5344CB8AC3E}">
        <p14:creationId xmlns:p14="http://schemas.microsoft.com/office/powerpoint/2010/main" val="5691121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prender">
            <a:extLst xmlns:a="http://schemas.openxmlformats.org/drawingml/2006/main">
              <a:ext uri="{FF2B5EF4-FFF2-40B4-BE49-F238E27FC236}">
                <a16:creationId xmlns:a16="http://schemas.microsoft.com/office/drawing/2014/main" id="{573AB0A7-6FE1-4C1C-A322-09318503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Aprender</a:t>
            </a:r>
          </a:p>
          <a:p xmlns:a="http://schemas.openxmlformats.org/drawingml/2006/main">
            <a:pPr>
              <a:defRPr sz="38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também é jogar</a:t>
            </a:r>
          </a:p>
        </p:txBody>
      </p:sp>
      <p:sp>
        <p:nvSpPr>
          <p:cNvPr id="2" name="Escrever. Testar. Rever.">
            <a:extLst xmlns:a="http://schemas.openxmlformats.org/drawingml/2006/main">
              <a:ext uri="{FF2B5EF4-FFF2-40B4-BE49-F238E27FC236}">
                <a16:creationId xmlns:a16="http://schemas.microsoft.com/office/drawing/2014/main" id="{8663C855-C81E-45FF-9581-A793E854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Escrever. Testar. Rever.</a:t>
            </a:r>
          </a:p>
        </p:txBody>
      </p:sp>
      <p:sp>
        <p:nvSpPr>
          <p:cNvPr id="3" name="Apollo ajuda a entender o erro.">
            <a:extLst xmlns:a="http://schemas.openxmlformats.org/drawingml/2006/main">
              <a:ext uri="{FF2B5EF4-FFF2-40B4-BE49-F238E27FC236}">
                <a16:creationId xmlns:a16="http://schemas.microsoft.com/office/drawing/2014/main" id="{16607250-592D-4136-99FE-D6EBB7D6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4476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Apollo ajuda a entender o erro.</a:t>
            </a:r>
          </a:p>
          <a:p xmlns:a="http://schemas.openxmlformats.org/drawingml/2006/main">
            <a:pPr>
              <a:defRPr sz="210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jogador tenta outra vez.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CCD9E-250D-4A2B-A7A9-CDB932E222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da28d996d4b4a"/>
          <a:stretch xmlns:a="http://schemas.openxmlformats.org/drawingml/2006/main"/>
        </p:blipFill>
        <p:spPr>
          <a:xfrm xmlns:a="http://schemas.openxmlformats.org/drawingml/2006/main">
            <a:off x="5325121" y="285750"/>
            <a:ext cx="6304258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reparar Apollo para seguir">
            <a:extLst xmlns:a="http://schemas.openxmlformats.org/drawingml/2006/main">
              <a:ext uri="{FF2B5EF4-FFF2-40B4-BE49-F238E27FC236}">
                <a16:creationId xmlns:a16="http://schemas.microsoft.com/office/drawing/2014/main" id="{DFC88500-2821-4927-9D84-3C2B0AD3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Preparar Apollo para seguir</a:t>
            </a:r>
          </a:p>
        </p:txBody>
      </p:sp>
      <p:sp>
        <p:nvSpPr>
          <p:cNvPr id="2" name="Peças e técnicas dão forma ao companheiro de viagem.">
            <a:extLst xmlns:a="http://schemas.openxmlformats.org/drawingml/2006/main">
              <a:ext uri="{FF2B5EF4-FFF2-40B4-BE49-F238E27FC236}">
                <a16:creationId xmlns:a16="http://schemas.microsoft.com/office/drawing/2014/main" id="{B9362806-247B-4456-B16C-73C8B5F1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Peças e técnicas dão forma ao companheiro de viagem.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8BEC1-647E-459A-8091-F6AE2BBB21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2d10cb42d4e4c"/>
          <a:stretch xmlns:a="http://schemas.openxmlformats.org/drawingml/2006/main"/>
        </p:blipFill>
        <p:spPr>
          <a:xfrm xmlns:a="http://schemas.openxmlformats.org/drawingml/2006/main">
            <a:off x="2285168" y="1476375"/>
            <a:ext cx="7621664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90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UEM ESCREVE QUEM">
            <a:extLst xmlns:a="http://schemas.openxmlformats.org/drawingml/2006/main">
              <a:ext uri="{FF2B5EF4-FFF2-40B4-BE49-F238E27FC236}">
                <a16:creationId xmlns:a16="http://schemas.microsoft.com/office/drawing/2014/main" id="{E058F179-06A6-45AA-B6C4-B58DB5D9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39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QUEM ESCREVE QUEM</a:t>
            </a:r>
          </a:p>
        </p:txBody>
      </p:sp>
      <p:sp>
        <p:nvSpPr>
          <p:cNvPr id="2" name="O erro é informação.">
            <a:extLst xmlns:a="http://schemas.openxmlformats.org/drawingml/2006/main">
              <a:ext uri="{FF2B5EF4-FFF2-40B4-BE49-F238E27FC236}">
                <a16:creationId xmlns:a16="http://schemas.microsoft.com/office/drawing/2014/main" id="{C528D00F-4297-466E-ADD7-D3A6E07E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240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5025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O erro é informação.</a:t>
            </a:r>
          </a:p>
        </p:txBody>
      </p:sp>
      <p:sp>
        <p:nvSpPr>
          <p:cNvPr id="3" name="O que fazemos depois dele">
            <a:extLst xmlns:a="http://schemas.openxmlformats.org/drawingml/2006/main">
              <a:ext uri="{FF2B5EF4-FFF2-40B4-BE49-F238E27FC236}">
                <a16:creationId xmlns:a16="http://schemas.microsoft.com/office/drawing/2014/main" id="{7B3D6A91-1FBE-402A-A4DD-DB6480E4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36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que fazemos depois dele</a:t>
            </a:r>
          </a:p>
          <a:p xmlns:a="http://schemas.openxmlformats.org/drawingml/2006/main">
            <a:pPr>
              <a:defRPr sz="36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36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é uma escolha.</a:t>
            </a:r>
          </a:p>
        </p:txBody>
      </p:sp>
      <p:sp>
        <p:nvSpPr>
          <p:cNvPr id="4" name="Droids Code · Enredo e universo">
            <a:extLst xmlns:a="http://schemas.openxmlformats.org/drawingml/2006/main">
              <a:ext uri="{FF2B5EF4-FFF2-40B4-BE49-F238E27FC236}">
                <a16:creationId xmlns:a16="http://schemas.microsoft.com/office/drawing/2014/main" id="{A6093051-9A13-4505-8BE0-74127F84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Droids Code · Enredo e universo</a:t>
            </a:r>
          </a:p>
        </p:txBody>
      </p:sp>
    </p:spTree>
    <p:extLst>
      <p:ext uri="{BB962C8B-B14F-4D97-AF65-F5344CB8AC3E}">
        <p14:creationId xmlns:p14="http://schemas.microsoft.com/office/powerpoint/2010/main" val="354659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2026-10-24T10:26:45.4520000Z</dcterms:created>
  <dcterms:modified xsi:type="dcterms:W3CDTF">2026-10-24T10:26:45.4520000Z</dcterms:modified>
</coreProperties>
</file>